
<file path=[Content_Types].xml><?xml version="1.0" encoding="utf-8"?>
<Types xmlns="http://schemas.openxmlformats.org/package/2006/content-types">
  <Default Extension="png" ContentType="image/png"/>
  <Default Extension="web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15"/>
  </p:notesMasterIdLst>
  <p:handoutMasterIdLst>
    <p:handoutMasterId r:id="rId16"/>
  </p:handoutMasterIdLst>
  <p:sldIdLst>
    <p:sldId id="332" r:id="rId5"/>
    <p:sldId id="333" r:id="rId6"/>
    <p:sldId id="346" r:id="rId7"/>
    <p:sldId id="347" r:id="rId8"/>
    <p:sldId id="334" r:id="rId9"/>
    <p:sldId id="339" r:id="rId10"/>
    <p:sldId id="341" r:id="rId11"/>
    <p:sldId id="342" r:id="rId12"/>
    <p:sldId id="348" r:id="rId13"/>
    <p:sldId id="34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C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A712A-7197-B536-6900-D13749715CAE}" v="1046" dt="2025-06-19T22:57:16.584"/>
    <p1510:client id="{7D25B465-C420-2BBD-FB58-43B68DEE360D}" v="363" dt="2025-06-19T19:04:52.708"/>
  </p1510:revLst>
</p1510:revInfo>
</file>

<file path=ppt/tableStyles.xml><?xml version="1.0" encoding="utf-8"?>
<a:tblStyleLst xmlns:a="http://schemas.openxmlformats.org/drawingml/2006/main" def="{C083E6E3-FA7D-4D7B-A595-EF9225AFEA8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6433" autoAdjust="0"/>
  </p:normalViewPr>
  <p:slideViewPr>
    <p:cSldViewPr>
      <p:cViewPr varScale="1">
        <p:scale>
          <a:sx n="112" d="100"/>
          <a:sy n="112" d="100"/>
        </p:scale>
        <p:origin x="84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BRANCO DE BARROS - ANÁLISE E DESENVOLVIMENTO DE SISTEMAS" userId="S::rafaelbarros@unifeso.com.vc::2ffffcaa-ccdd-44a3-a8bc-e79b24712418" providerId="AD" clId="Web-{25BA712A-7197-B536-6900-D13749715CAE}"/>
    <pc:docChg chg="addSld delSld modSld sldOrd">
      <pc:chgData name="RAFAEL BRANCO DE BARROS - ANÁLISE E DESENVOLVIMENTO DE SISTEMAS" userId="S::rafaelbarros@unifeso.com.vc::2ffffcaa-ccdd-44a3-a8bc-e79b24712418" providerId="AD" clId="Web-{25BA712A-7197-B536-6900-D13749715CAE}" dt="2025-06-19T22:57:16.584" v="844"/>
      <pc:docMkLst>
        <pc:docMk/>
      </pc:docMkLst>
      <pc:sldChg chg="addSp delSp modSp mod setBg">
        <pc:chgData name="RAFAEL BRANCO DE BARROS - ANÁLISE E DESENVOLVIMENTO DE SISTEMAS" userId="S::rafaelbarros@unifeso.com.vc::2ffffcaa-ccdd-44a3-a8bc-e79b24712418" providerId="AD" clId="Web-{25BA712A-7197-B536-6900-D13749715CAE}" dt="2025-06-19T22:06:02.099" v="220"/>
        <pc:sldMkLst>
          <pc:docMk/>
          <pc:sldMk cId="918817140" sldId="333"/>
        </pc:sldMkLst>
        <pc:spChg chg="del mod">
          <ac:chgData name="RAFAEL BRANCO DE BARROS - ANÁLISE E DESENVOLVIMENTO DE SISTEMAS" userId="S::rafaelbarros@unifeso.com.vc::2ffffcaa-ccdd-44a3-a8bc-e79b24712418" providerId="AD" clId="Web-{25BA712A-7197-B536-6900-D13749715CAE}" dt="2025-06-19T22:06:02.099" v="220"/>
          <ac:spMkLst>
            <pc:docMk/>
            <pc:sldMk cId="918817140" sldId="333"/>
            <ac:spMk id="2" creationId="{DA128192-0728-892D-258C-A8F14C65D606}"/>
          </ac:spMkLst>
        </pc:spChg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1:55:27.428" v="166" actId="20577"/>
          <ac:spMkLst>
            <pc:docMk/>
            <pc:sldMk cId="918817140" sldId="333"/>
            <ac:spMk id="3" creationId="{408BEF5F-00BC-5BA7-C0E2-94A5C1FC0D29}"/>
          </ac:spMkLst>
        </pc:spChg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1:56:14.116" v="169" actId="20577"/>
          <ac:spMkLst>
            <pc:docMk/>
            <pc:sldMk cId="918817140" sldId="333"/>
            <ac:spMk id="4" creationId="{2B7243AA-A570-5533-577C-6CF74FAD07DC}"/>
          </ac:spMkLst>
        </pc:spChg>
        <pc:spChg chg="del">
          <ac:chgData name="RAFAEL BRANCO DE BARROS - ANÁLISE E DESENVOLVIMENTO DE SISTEMAS" userId="S::rafaelbarros@unifeso.com.vc::2ffffcaa-ccdd-44a3-a8bc-e79b24712418" providerId="AD" clId="Web-{25BA712A-7197-B536-6900-D13749715CAE}" dt="2025-06-19T21:24:14.363" v="28"/>
          <ac:spMkLst>
            <pc:docMk/>
            <pc:sldMk cId="918817140" sldId="333"/>
            <ac:spMk id="13" creationId="{EEF92585-7A99-6108-9663-8C59032742EC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spMkLst>
            <pc:docMk/>
            <pc:sldMk cId="918817140" sldId="333"/>
            <ac:spMk id="24" creationId="{EEF92585-7A99-6108-9663-8C59032742EC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597" v="52"/>
          <ac:spMkLst>
            <pc:docMk/>
            <pc:sldMk cId="918817140" sldId="333"/>
            <ac:spMk id="37" creationId="{E49D7415-2F11-44C2-B6AA-13A25B6814B9}"/>
          </ac:spMkLst>
        </pc:spChg>
        <pc:spChg chg="add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spMkLst>
            <pc:docMk/>
            <pc:sldMk cId="918817140" sldId="333"/>
            <ac:spMk id="44" creationId="{5F710FDB-0919-493E-8539-8240C23F1EB2}"/>
          </ac:spMkLst>
        </pc:spChg>
        <pc:pic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597" v="52"/>
          <ac:picMkLst>
            <pc:docMk/>
            <pc:sldMk cId="918817140" sldId="333"/>
            <ac:picMk id="30" creationId="{E95CFBDA-D005-DF13-E447-8B49663A32AC}"/>
          </ac:picMkLst>
        </pc:picChg>
        <pc:cxnChg chg="del">
          <ac:chgData name="RAFAEL BRANCO DE BARROS - ANÁLISE E DESENVOLVIMENTO DE SISTEMAS" userId="S::rafaelbarros@unifeso.com.vc::2ffffcaa-ccdd-44a3-a8bc-e79b24712418" providerId="AD" clId="Web-{25BA712A-7197-B536-6900-D13749715CAE}" dt="2025-06-19T21:24:14.363" v="28"/>
          <ac:cxnSpMkLst>
            <pc:docMk/>
            <pc:sldMk cId="918817140" sldId="333"/>
            <ac:cxnSpMk id="9" creationId="{F64F9B95-9045-48D2-B9F3-2927E98F54AA}"/>
          </ac:cxnSpMkLst>
        </pc:cxnChg>
        <pc:cxnChg chg="del">
          <ac:chgData name="RAFAEL BRANCO DE BARROS - ANÁLISE E DESENVOLVIMENTO DE SISTEMAS" userId="S::rafaelbarros@unifeso.com.vc::2ffffcaa-ccdd-44a3-a8bc-e79b24712418" providerId="AD" clId="Web-{25BA712A-7197-B536-6900-D13749715CAE}" dt="2025-06-19T21:24:14.363" v="28"/>
          <ac:cxnSpMkLst>
            <pc:docMk/>
            <pc:sldMk cId="918817140" sldId="333"/>
            <ac:cxnSpMk id="11" creationId="{085AA86F-6A4D-4BCB-A045-D992CDC2959B}"/>
          </ac:cxnSpMkLst>
        </pc:cxnChg>
        <pc:cxnChg chg="del">
          <ac:chgData name="RAFAEL BRANCO DE BARROS - ANÁLISE E DESENVOLVIMENTO DE SISTEMAS" userId="S::rafaelbarros@unifeso.com.vc::2ffffcaa-ccdd-44a3-a8bc-e79b24712418" providerId="AD" clId="Web-{25BA712A-7197-B536-6900-D13749715CAE}" dt="2025-06-19T21:24:14.363" v="28"/>
          <ac:cxnSpMkLst>
            <pc:docMk/>
            <pc:sldMk cId="918817140" sldId="333"/>
            <ac:cxnSpMk id="15" creationId="{F6DB4BEA-22D1-9BE0-1F06-BAFE567B5E66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cxnSpMkLst>
            <pc:docMk/>
            <pc:sldMk cId="918817140" sldId="333"/>
            <ac:cxnSpMk id="20" creationId="{F64F9B95-9045-48D2-B9F3-2927E98F54AA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cxnSpMkLst>
            <pc:docMk/>
            <pc:sldMk cId="918817140" sldId="333"/>
            <ac:cxnSpMk id="22" creationId="{085AA86F-6A4D-4BCB-A045-D992CDC2959B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cxnSpMkLst>
            <pc:docMk/>
            <pc:sldMk cId="918817140" sldId="333"/>
            <ac:cxnSpMk id="26" creationId="{8DAB36D8-4A14-4AA5-7A2B-C8B871657A49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597" v="52"/>
          <ac:cxnSpMkLst>
            <pc:docMk/>
            <pc:sldMk cId="918817140" sldId="333"/>
            <ac:cxnSpMk id="35" creationId="{085AA86F-6A4D-4BCB-A045-D992CDC2959B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1:34:12.597" v="52"/>
          <ac:cxnSpMkLst>
            <pc:docMk/>
            <pc:sldMk cId="918817140" sldId="333"/>
            <ac:cxnSpMk id="41" creationId="{8E0104E4-99BC-494F-8342-F250828E574F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cxnSpMkLst>
            <pc:docMk/>
            <pc:sldMk cId="918817140" sldId="333"/>
            <ac:cxnSpMk id="43" creationId="{085AA86F-6A4D-4BCB-A045-D992CDC2959B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cxnSpMkLst>
            <pc:docMk/>
            <pc:sldMk cId="918817140" sldId="333"/>
            <ac:cxnSpMk id="45" creationId="{22F20000-FD86-48F6-9363-FEC90C932DCD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25BA712A-7197-B536-6900-D13749715CAE}" dt="2025-06-19T21:34:12.612" v="53"/>
          <ac:cxnSpMkLst>
            <pc:docMk/>
            <pc:sldMk cId="918817140" sldId="333"/>
            <ac:cxnSpMk id="46" creationId="{872AE332-6ACA-45BE-875F-91A291D4A40D}"/>
          </ac:cxnSpMkLst>
        </pc:cxnChg>
      </pc:sldChg>
      <pc:sldChg chg="modSp mod ord setBg">
        <pc:chgData name="RAFAEL BRANCO DE BARROS - ANÁLISE E DESENVOLVIMENTO DE SISTEMAS" userId="S::rafaelbarros@unifeso.com.vc::2ffffcaa-ccdd-44a3-a8bc-e79b24712418" providerId="AD" clId="Web-{25BA712A-7197-B536-6900-D13749715CAE}" dt="2025-06-19T22:39:18.811" v="541"/>
        <pc:sldMkLst>
          <pc:docMk/>
          <pc:sldMk cId="3250560684" sldId="334"/>
        </pc:sldMkLst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1:40:16.853" v="130" actId="1076"/>
          <ac:spMkLst>
            <pc:docMk/>
            <pc:sldMk cId="3250560684" sldId="334"/>
            <ac:spMk id="4" creationId="{DBE208AB-769B-7C4D-A1DC-7AEE6C7AF772}"/>
          </ac:spMkLst>
        </pc:spChg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1:54:45.458" v="162" actId="1076"/>
          <ac:spMkLst>
            <pc:docMk/>
            <pc:sldMk cId="3250560684" sldId="334"/>
            <ac:spMk id="6" creationId="{FC799E91-0DB7-F40F-8BC3-0559895A69EF}"/>
          </ac:spMkLst>
        </pc:spChg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1:55:40.241" v="168" actId="14100"/>
          <ac:spMkLst>
            <pc:docMk/>
            <pc:sldMk cId="3250560684" sldId="334"/>
            <ac:spMk id="8" creationId="{10417AF4-08C0-FC51-8823-C041945D63A4}"/>
          </ac:spMkLst>
        </pc:spChg>
        <pc:picChg chg="mod">
          <ac:chgData name="RAFAEL BRANCO DE BARROS - ANÁLISE E DESENVOLVIMENTO DE SISTEMAS" userId="S::rafaelbarros@unifeso.com.vc::2ffffcaa-ccdd-44a3-a8bc-e79b24712418" providerId="AD" clId="Web-{25BA712A-7197-B536-6900-D13749715CAE}" dt="2025-06-19T21:54:27.192" v="161" actId="1076"/>
          <ac:picMkLst>
            <pc:docMk/>
            <pc:sldMk cId="3250560684" sldId="334"/>
            <ac:picMk id="2" creationId="{627C1F27-B195-53A7-7DDC-2B05DC5760F8}"/>
          </ac:picMkLst>
        </pc:picChg>
        <pc:picChg chg="mod">
          <ac:chgData name="RAFAEL BRANCO DE BARROS - ANÁLISE E DESENVOLVIMENTO DE SISTEMAS" userId="S::rafaelbarros@unifeso.com.vc::2ffffcaa-ccdd-44a3-a8bc-e79b24712418" providerId="AD" clId="Web-{25BA712A-7197-B536-6900-D13749715CAE}" dt="2025-06-19T21:54:24.051" v="160" actId="1076"/>
          <ac:picMkLst>
            <pc:docMk/>
            <pc:sldMk cId="3250560684" sldId="334"/>
            <ac:picMk id="3" creationId="{F7D8B6CC-670E-5969-A2F4-E040D3149D95}"/>
          </ac:picMkLst>
        </pc:picChg>
        <pc:picChg chg="mod">
          <ac:chgData name="RAFAEL BRANCO DE BARROS - ANÁLISE E DESENVOLVIMENTO DE SISTEMAS" userId="S::rafaelbarros@unifeso.com.vc::2ffffcaa-ccdd-44a3-a8bc-e79b24712418" providerId="AD" clId="Web-{25BA712A-7197-B536-6900-D13749715CAE}" dt="2025-06-19T21:54:19.379" v="159" actId="1076"/>
          <ac:picMkLst>
            <pc:docMk/>
            <pc:sldMk cId="3250560684" sldId="334"/>
            <ac:picMk id="5" creationId="{91CDF817-5DD8-B6A6-422E-3161F6D60CCA}"/>
          </ac:picMkLst>
        </pc:picChg>
      </pc:sldChg>
      <pc:sldChg chg="addSp delSp modSp mod setBg">
        <pc:chgData name="RAFAEL BRANCO DE BARROS - ANÁLISE E DESENVOLVIMENTO DE SISTEMAS" userId="S::rafaelbarros@unifeso.com.vc::2ffffcaa-ccdd-44a3-a8bc-e79b24712418" providerId="AD" clId="Web-{25BA712A-7197-B536-6900-D13749715CAE}" dt="2025-06-19T22:54:51.265" v="811" actId="20577"/>
        <pc:sldMkLst>
          <pc:docMk/>
          <pc:sldMk cId="1889560571" sldId="336"/>
        </pc:sldMkLst>
        <pc:spChg chg="add del">
          <ac:chgData name="RAFAEL BRANCO DE BARROS - ANÁLISE E DESENVOLVIMENTO DE SISTEMAS" userId="S::rafaelbarros@unifeso.com.vc::2ffffcaa-ccdd-44a3-a8bc-e79b24712418" providerId="AD" clId="Web-{25BA712A-7197-B536-6900-D13749715CAE}" dt="2025-06-19T22:46:17.347" v="674"/>
          <ac:spMkLst>
            <pc:docMk/>
            <pc:sldMk cId="1889560571" sldId="336"/>
            <ac:spMk id="2" creationId="{EB656BC4-56AE-C293-AAC3-F1BE637500D0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54:34.624" v="808" actId="1076"/>
          <ac:spMkLst>
            <pc:docMk/>
            <pc:sldMk cId="1889560571" sldId="336"/>
            <ac:spMk id="3" creationId="{E51C40E1-2DA3-3623-E447-A137CB06339E}"/>
          </ac:spMkLst>
        </pc:spChg>
        <pc:spChg chg="add del mod">
          <ac:chgData name="RAFAEL BRANCO DE BARROS - ANÁLISE E DESENVOLVIMENTO DE SISTEMAS" userId="S::rafaelbarros@unifeso.com.vc::2ffffcaa-ccdd-44a3-a8bc-e79b24712418" providerId="AD" clId="Web-{25BA712A-7197-B536-6900-D13749715CAE}" dt="2025-06-19T22:48:57.038" v="734"/>
          <ac:spMkLst>
            <pc:docMk/>
            <pc:sldMk cId="1889560571" sldId="336"/>
            <ac:spMk id="4" creationId="{6260D6D9-2EE9-5F54-9085-80790B0A1955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54:51.265" v="811" actId="20577"/>
          <ac:spMkLst>
            <pc:docMk/>
            <pc:sldMk cId="1889560571" sldId="336"/>
            <ac:spMk id="5" creationId="{A4A30BE0-6179-E3E6-9CBF-57960EB6803A}"/>
          </ac:spMkLst>
        </pc:spChg>
        <pc:picChg chg="mod">
          <ac:chgData name="RAFAEL BRANCO DE BARROS - ANÁLISE E DESENVOLVIMENTO DE SISTEMAS" userId="S::rafaelbarros@unifeso.com.vc::2ffffcaa-ccdd-44a3-a8bc-e79b24712418" providerId="AD" clId="Web-{25BA712A-7197-B536-6900-D13749715CAE}" dt="2025-06-19T22:54:08.045" v="805" actId="14100"/>
          <ac:picMkLst>
            <pc:docMk/>
            <pc:sldMk cId="1889560571" sldId="336"/>
            <ac:picMk id="7" creationId="{51F3927E-EE00-A3C3-1DD6-011DC92A330B}"/>
          </ac:picMkLst>
        </pc:picChg>
        <pc:picChg chg="mod">
          <ac:chgData name="RAFAEL BRANCO DE BARROS - ANÁLISE E DESENVOLVIMENTO DE SISTEMAS" userId="S::rafaelbarros@unifeso.com.vc::2ffffcaa-ccdd-44a3-a8bc-e79b24712418" providerId="AD" clId="Web-{25BA712A-7197-B536-6900-D13749715CAE}" dt="2025-06-19T22:54:42.734" v="809" actId="14100"/>
          <ac:picMkLst>
            <pc:docMk/>
            <pc:sldMk cId="1889560571" sldId="336"/>
            <ac:picMk id="8" creationId="{D97472DC-8A80-1368-489B-875AC64FA5D8}"/>
          </ac:picMkLst>
        </pc:picChg>
      </pc:sldChg>
      <pc:sldChg chg="delSp modSp">
        <pc:chgData name="RAFAEL BRANCO DE BARROS - ANÁLISE E DESENVOLVIMENTO DE SISTEMAS" userId="S::rafaelbarros@unifeso.com.vc::2ffffcaa-ccdd-44a3-a8bc-e79b24712418" providerId="AD" clId="Web-{25BA712A-7197-B536-6900-D13749715CAE}" dt="2025-06-19T22:55:55.766" v="819" actId="20577"/>
        <pc:sldMkLst>
          <pc:docMk/>
          <pc:sldMk cId="1553300136" sldId="337"/>
        </pc:sldMkLst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2:55:55.766" v="819" actId="20577"/>
          <ac:spMkLst>
            <pc:docMk/>
            <pc:sldMk cId="1553300136" sldId="337"/>
            <ac:spMk id="2" creationId="{2BF6C19A-30E3-001C-1A19-8812A6F8D8EC}"/>
          </ac:spMkLst>
        </pc:spChg>
        <pc:spChg chg="del">
          <ac:chgData name="RAFAEL BRANCO DE BARROS - ANÁLISE E DESENVOLVIMENTO DE SISTEMAS" userId="S::rafaelbarros@unifeso.com.vc::2ffffcaa-ccdd-44a3-a8bc-e79b24712418" providerId="AD" clId="Web-{25BA712A-7197-B536-6900-D13749715CAE}" dt="2025-06-19T22:06:15.397" v="222"/>
          <ac:spMkLst>
            <pc:docMk/>
            <pc:sldMk cId="1553300136" sldId="337"/>
            <ac:spMk id="3" creationId="{CE941DE2-1E04-BCDD-5770-8991998B6B7B}"/>
          </ac:spMkLst>
        </pc:spChg>
        <pc:spChg chg="del mod">
          <ac:chgData name="RAFAEL BRANCO DE BARROS - ANÁLISE E DESENVOLVIMENTO DE SISTEMAS" userId="S::rafaelbarros@unifeso.com.vc::2ffffcaa-ccdd-44a3-a8bc-e79b24712418" providerId="AD" clId="Web-{25BA712A-7197-B536-6900-D13749715CAE}" dt="2025-06-19T22:55:50.673" v="817"/>
          <ac:spMkLst>
            <pc:docMk/>
            <pc:sldMk cId="1553300136" sldId="337"/>
            <ac:spMk id="6" creationId="{5632A4BB-EBAC-A965-82D8-1198A802BA6C}"/>
          </ac:spMkLst>
        </pc:spChg>
      </pc:sldChg>
      <pc:sldChg chg="del">
        <pc:chgData name="RAFAEL BRANCO DE BARROS - ANÁLISE E DESENVOLVIMENTO DE SISTEMAS" userId="S::rafaelbarros@unifeso.com.vc::2ffffcaa-ccdd-44a3-a8bc-e79b24712418" providerId="AD" clId="Web-{25BA712A-7197-B536-6900-D13749715CAE}" dt="2025-06-19T22:56:01.829" v="820"/>
        <pc:sldMkLst>
          <pc:docMk/>
          <pc:sldMk cId="209861386" sldId="338"/>
        </pc:sldMkLst>
      </pc:sldChg>
      <pc:sldChg chg="addSp delSp modSp">
        <pc:chgData name="RAFAEL BRANCO DE BARROS - ANÁLISE E DESENVOLVIMENTO DE SISTEMAS" userId="S::rafaelbarros@unifeso.com.vc::2ffffcaa-ccdd-44a3-a8bc-e79b24712418" providerId="AD" clId="Web-{25BA712A-7197-B536-6900-D13749715CAE}" dt="2025-06-19T22:57:02.974" v="839" actId="20577"/>
        <pc:sldMkLst>
          <pc:docMk/>
          <pc:sldMk cId="2656198574" sldId="339"/>
        </pc:sldMkLst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2:57:02.974" v="839" actId="20577"/>
          <ac:spMkLst>
            <pc:docMk/>
            <pc:sldMk cId="2656198574" sldId="339"/>
            <ac:spMk id="2" creationId="{53F9FE95-42FD-9AB0-913D-DFE3A18AFAE9}"/>
          </ac:spMkLst>
        </pc:spChg>
        <pc:spChg chg="del">
          <ac:chgData name="RAFAEL BRANCO DE BARROS - ANÁLISE E DESENVOLVIMENTO DE SISTEMAS" userId="S::rafaelbarros@unifeso.com.vc::2ffffcaa-ccdd-44a3-a8bc-e79b24712418" providerId="AD" clId="Web-{25BA712A-7197-B536-6900-D13749715CAE}" dt="2025-06-19T22:06:28.319" v="223"/>
          <ac:spMkLst>
            <pc:docMk/>
            <pc:sldMk cId="2656198574" sldId="339"/>
            <ac:spMk id="3" creationId="{DCBC99EE-15DF-A164-D7A5-05B6D09C808B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25BA712A-7197-B536-6900-D13749715CAE}" dt="2025-06-19T22:56:42.661" v="836"/>
          <ac:spMkLst>
            <pc:docMk/>
            <pc:sldMk cId="2656198574" sldId="339"/>
            <ac:spMk id="4" creationId="{85DD9D89-0B97-5577-308E-9F320E5DC495}"/>
          </ac:spMkLst>
        </pc:spChg>
        <pc:spChg chg="add del mod">
          <ac:chgData name="RAFAEL BRANCO DE BARROS - ANÁLISE E DESENVOLVIMENTO DE SISTEMAS" userId="S::rafaelbarros@unifeso.com.vc::2ffffcaa-ccdd-44a3-a8bc-e79b24712418" providerId="AD" clId="Web-{25BA712A-7197-B536-6900-D13749715CAE}" dt="2025-06-19T22:56:33.517" v="832"/>
          <ac:spMkLst>
            <pc:docMk/>
            <pc:sldMk cId="2656198574" sldId="339"/>
            <ac:spMk id="6" creationId="{B71BF456-E410-F844-2993-B0CCBA31A1F5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25BA712A-7197-B536-6900-D13749715CAE}" dt="2025-06-19T22:56:44.598" v="837"/>
          <ac:spMkLst>
            <pc:docMk/>
            <pc:sldMk cId="2656198574" sldId="339"/>
            <ac:spMk id="8" creationId="{A021E0D1-93E4-278F-190D-F92AD1861694}"/>
          </ac:spMkLst>
        </pc:spChg>
        <pc:spChg chg="add del mod">
          <ac:chgData name="RAFAEL BRANCO DE BARROS - ANÁLISE E DESENVOLVIMENTO DE SISTEMAS" userId="S::rafaelbarros@unifeso.com.vc::2ffffcaa-ccdd-44a3-a8bc-e79b24712418" providerId="AD" clId="Web-{25BA712A-7197-B536-6900-D13749715CAE}" dt="2025-06-19T22:56:31.127" v="831"/>
          <ac:spMkLst>
            <pc:docMk/>
            <pc:sldMk cId="2656198574" sldId="339"/>
            <ac:spMk id="9" creationId="{1FDC88B0-175B-64EF-941B-8D6EF1427536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56:42.661" v="836"/>
          <ac:spMkLst>
            <pc:docMk/>
            <pc:sldMk cId="2656198574" sldId="339"/>
            <ac:spMk id="11" creationId="{76362AA6-1A93-FF71-ABE7-9FEF58EB112C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56:44.598" v="837"/>
          <ac:spMkLst>
            <pc:docMk/>
            <pc:sldMk cId="2656198574" sldId="339"/>
            <ac:spMk id="13" creationId="{2B9FD2D0-8F44-C93D-8D65-6B5307E9077D}"/>
          </ac:spMkLst>
        </pc:spChg>
      </pc:sldChg>
      <pc:sldChg chg="modSp">
        <pc:chgData name="RAFAEL BRANCO DE BARROS - ANÁLISE E DESENVOLVIMENTO DE SISTEMAS" userId="S::rafaelbarros@unifeso.com.vc::2ffffcaa-ccdd-44a3-a8bc-e79b24712418" providerId="AD" clId="Web-{25BA712A-7197-B536-6900-D13749715CAE}" dt="2025-06-19T22:57:09.974" v="843" actId="20577"/>
        <pc:sldMkLst>
          <pc:docMk/>
          <pc:sldMk cId="1475236966" sldId="340"/>
        </pc:sldMkLst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2:57:09.974" v="843" actId="20577"/>
          <ac:spMkLst>
            <pc:docMk/>
            <pc:sldMk cId="1475236966" sldId="340"/>
            <ac:spMk id="10" creationId="{C1D44B22-1F50-BEA0-E1FF-89CD206A29A4}"/>
          </ac:spMkLst>
        </pc:spChg>
      </pc:sldChg>
      <pc:sldChg chg="delSp add del">
        <pc:chgData name="RAFAEL BRANCO DE BARROS - ANÁLISE E DESENVOLVIMENTO DE SISTEMAS" userId="S::rafaelbarros@unifeso.com.vc::2ffffcaa-ccdd-44a3-a8bc-e79b24712418" providerId="AD" clId="Web-{25BA712A-7197-B536-6900-D13749715CAE}" dt="2025-06-19T22:57:16.584" v="844"/>
        <pc:sldMkLst>
          <pc:docMk/>
          <pc:sldMk cId="4180197648" sldId="343"/>
        </pc:sldMkLst>
        <pc:spChg chg="del">
          <ac:chgData name="RAFAEL BRANCO DE BARROS - ANÁLISE E DESENVOLVIMENTO DE SISTEMAS" userId="S::rafaelbarros@unifeso.com.vc::2ffffcaa-ccdd-44a3-a8bc-e79b24712418" providerId="AD" clId="Web-{25BA712A-7197-B536-6900-D13749715CAE}" dt="2025-06-19T22:06:41.038" v="224"/>
          <ac:spMkLst>
            <pc:docMk/>
            <pc:sldMk cId="4180197648" sldId="343"/>
            <ac:spMk id="5" creationId="{564E7476-5623-B049-A438-FC057ABDB8B7}"/>
          </ac:spMkLst>
        </pc:spChg>
      </pc:sldChg>
      <pc:sldChg chg="add del">
        <pc:chgData name="RAFAEL BRANCO DE BARROS - ANÁLISE E DESENVOLVIMENTO DE SISTEMAS" userId="S::rafaelbarros@unifeso.com.vc::2ffffcaa-ccdd-44a3-a8bc-e79b24712418" providerId="AD" clId="Web-{25BA712A-7197-B536-6900-D13749715CAE}" dt="2025-06-19T22:56:31.002" v="830"/>
        <pc:sldMkLst>
          <pc:docMk/>
          <pc:sldMk cId="1716896367" sldId="345"/>
        </pc:sldMkLst>
      </pc:sldChg>
      <pc:sldChg chg="addSp delSp modSp new mod setBg">
        <pc:chgData name="RAFAEL BRANCO DE BARROS - ANÁLISE E DESENVOLVIMENTO DE SISTEMAS" userId="S::rafaelbarros@unifeso.com.vc::2ffffcaa-ccdd-44a3-a8bc-e79b24712418" providerId="AD" clId="Web-{25BA712A-7197-B536-6900-D13749715CAE}" dt="2025-06-19T22:44:17.781" v="669" actId="20577"/>
        <pc:sldMkLst>
          <pc:docMk/>
          <pc:sldMk cId="4132984977" sldId="346"/>
        </pc:sldMkLst>
        <pc:spChg chg="mod">
          <ac:chgData name="RAFAEL BRANCO DE BARROS - ANÁLISE E DESENVOLVIMENTO DE SISTEMAS" userId="S::rafaelbarros@unifeso.com.vc::2ffffcaa-ccdd-44a3-a8bc-e79b24712418" providerId="AD" clId="Web-{25BA712A-7197-B536-6900-D13749715CAE}" dt="2025-06-19T22:44:17.781" v="669" actId="20577"/>
          <ac:spMkLst>
            <pc:docMk/>
            <pc:sldMk cId="4132984977" sldId="346"/>
            <ac:spMk id="2" creationId="{B05BF854-655D-2377-4433-2AF88B0D657B}"/>
          </ac:spMkLst>
        </pc:spChg>
        <pc:spChg chg="del">
          <ac:chgData name="RAFAEL BRANCO DE BARROS - ANÁLISE E DESENVOLVIMENTO DE SISTEMAS" userId="S::rafaelbarros@unifeso.com.vc::2ffffcaa-ccdd-44a3-a8bc-e79b24712418" providerId="AD" clId="Web-{25BA712A-7197-B536-6900-D13749715CAE}" dt="2025-06-19T22:00:58.170" v="177"/>
          <ac:spMkLst>
            <pc:docMk/>
            <pc:sldMk cId="4132984977" sldId="346"/>
            <ac:spMk id="3" creationId="{FC653584-6B4A-7686-DE23-D1A9F1F741E7}"/>
          </ac:spMkLst>
        </pc:spChg>
        <pc:spChg chg="del mod">
          <ac:chgData name="RAFAEL BRANCO DE BARROS - ANÁLISE E DESENVOLVIMENTO DE SISTEMAS" userId="S::rafaelbarros@unifeso.com.vc::2ffffcaa-ccdd-44a3-a8bc-e79b24712418" providerId="AD" clId="Web-{25BA712A-7197-B536-6900-D13749715CAE}" dt="2025-06-19T22:06:09.646" v="221"/>
          <ac:spMkLst>
            <pc:docMk/>
            <pc:sldMk cId="4132984977" sldId="346"/>
            <ac:spMk id="4" creationId="{54B5477B-1050-010A-7979-0CF134C263FA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spMkLst>
            <pc:docMk/>
            <pc:sldMk cId="4132984977" sldId="346"/>
            <ac:spMk id="13" creationId="{DEF92653-5D6D-47E6-8744-0DAF76E049C4}"/>
          </ac:spMkLst>
        </pc:spChg>
        <pc:spChg chg="add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spMkLst>
            <pc:docMk/>
            <pc:sldMk cId="4132984977" sldId="346"/>
            <ac:spMk id="24" creationId="{43025302-0F6A-E875-E8BA-39D0661E8DE7}"/>
          </ac:spMkLst>
        </pc:sp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cxnSpMkLst>
            <pc:docMk/>
            <pc:sldMk cId="4132984977" sldId="346"/>
            <ac:cxnSpMk id="9" creationId="{F64F9B95-9045-48D2-B9F3-2927E98F54AA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cxnSpMkLst>
            <pc:docMk/>
            <pc:sldMk cId="4132984977" sldId="346"/>
            <ac:cxnSpMk id="11" creationId="{085AA86F-6A4D-4BCB-A045-D992CDC2959B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cxnSpMkLst>
            <pc:docMk/>
            <pc:sldMk cId="4132984977" sldId="346"/>
            <ac:cxnSpMk id="15" creationId="{9CA98CE3-81A7-4FFE-A047-9AA65998D877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cxnSpMkLst>
            <pc:docMk/>
            <pc:sldMk cId="4132984977" sldId="346"/>
            <ac:cxnSpMk id="20" creationId="{F64F9B95-9045-48D2-B9F3-2927E98F54AA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cxnSpMkLst>
            <pc:docMk/>
            <pc:sldMk cId="4132984977" sldId="346"/>
            <ac:cxnSpMk id="22" creationId="{085AA86F-6A4D-4BCB-A045-D992CDC2959B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25BA712A-7197-B536-6900-D13749715CAE}" dt="2025-06-19T22:04:53.675" v="216"/>
          <ac:cxnSpMkLst>
            <pc:docMk/>
            <pc:sldMk cId="4132984977" sldId="346"/>
            <ac:cxnSpMk id="26" creationId="{387FCC46-E00A-4909-585E-477262D4434D}"/>
          </ac:cxnSpMkLst>
        </pc:cxnChg>
      </pc:sldChg>
      <pc:sldChg chg="addSp delSp modSp new mod setBg">
        <pc:chgData name="RAFAEL BRANCO DE BARROS - ANÁLISE E DESENVOLVIMENTO DE SISTEMAS" userId="S::rafaelbarros@unifeso.com.vc::2ffffcaa-ccdd-44a3-a8bc-e79b24712418" providerId="AD" clId="Web-{25BA712A-7197-B536-6900-D13749715CAE}" dt="2025-06-19T22:45:03.188" v="672" actId="14100"/>
        <pc:sldMkLst>
          <pc:docMk/>
          <pc:sldMk cId="2521582753" sldId="347"/>
        </pc:sldMkLst>
        <pc:spChg chg="del mod">
          <ac:chgData name="RAFAEL BRANCO DE BARROS - ANÁLISE E DESENVOLVIMENTO DE SISTEMAS" userId="S::rafaelbarros@unifeso.com.vc::2ffffcaa-ccdd-44a3-a8bc-e79b24712418" providerId="AD" clId="Web-{25BA712A-7197-B536-6900-D13749715CAE}" dt="2025-06-19T22:11:38.763" v="295"/>
          <ac:spMkLst>
            <pc:docMk/>
            <pc:sldMk cId="2521582753" sldId="347"/>
            <ac:spMk id="2" creationId="{D7AA52C8-5C9F-F5FE-FCB5-C1F0D1AF042A}"/>
          </ac:spMkLst>
        </pc:spChg>
        <pc:spChg chg="del">
          <ac:chgData name="RAFAEL BRANCO DE BARROS - ANÁLISE E DESENVOLVIMENTO DE SISTEMAS" userId="S::rafaelbarros@unifeso.com.vc::2ffffcaa-ccdd-44a3-a8bc-e79b24712418" providerId="AD" clId="Web-{25BA712A-7197-B536-6900-D13749715CAE}" dt="2025-06-19T22:11:24.122" v="293"/>
          <ac:spMkLst>
            <pc:docMk/>
            <pc:sldMk cId="2521582753" sldId="347"/>
            <ac:spMk id="3" creationId="{7B023DC9-3131-F04F-3EF7-C3DFA1E972A8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45:03.188" v="672" actId="14100"/>
          <ac:spMkLst>
            <pc:docMk/>
            <pc:sldMk cId="2521582753" sldId="347"/>
            <ac:spMk id="4" creationId="{310F9154-0A6E-B930-02DB-4015B50F584F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38:49.107" v="540" actId="1076"/>
          <ac:spMkLst>
            <pc:docMk/>
            <pc:sldMk cId="2521582753" sldId="347"/>
            <ac:spMk id="5" creationId="{72C7EE8D-4BA1-3DCE-4BFC-79621135F713}"/>
          </ac:spMkLst>
        </pc:spChg>
        <pc:spChg chg="add del mod">
          <ac:chgData name="RAFAEL BRANCO DE BARROS - ANÁLISE E DESENVOLVIMENTO DE SISTEMAS" userId="S::rafaelbarros@unifeso.com.vc::2ffffcaa-ccdd-44a3-a8bc-e79b24712418" providerId="AD" clId="Web-{25BA712A-7197-B536-6900-D13749715CAE}" dt="2025-06-19T22:26:02.383" v="392"/>
          <ac:spMkLst>
            <pc:docMk/>
            <pc:sldMk cId="2521582753" sldId="347"/>
            <ac:spMk id="10" creationId="{B4B85A2D-FC74-96EF-E28B-493D65E24256}"/>
          </ac:spMkLst>
        </pc:spChg>
        <pc:spChg chg="add del mod">
          <ac:chgData name="RAFAEL BRANCO DE BARROS - ANÁLISE E DESENVOLVIMENTO DE SISTEMAS" userId="S::rafaelbarros@unifeso.com.vc::2ffffcaa-ccdd-44a3-a8bc-e79b24712418" providerId="AD" clId="Web-{25BA712A-7197-B536-6900-D13749715CAE}" dt="2025-06-19T22:26:36.040" v="403"/>
          <ac:spMkLst>
            <pc:docMk/>
            <pc:sldMk cId="2521582753" sldId="347"/>
            <ac:spMk id="13" creationId="{BB894962-F3A8-2B8F-5067-B08D000486E6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37:11.261" v="524" actId="1076"/>
          <ac:spMkLst>
            <pc:docMk/>
            <pc:sldMk cId="2521582753" sldId="347"/>
            <ac:spMk id="19" creationId="{CD04F92F-3400-9C3C-B2B9-6E44FC9E84BA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38:07.794" v="537" actId="1076"/>
          <ac:spMkLst>
            <pc:docMk/>
            <pc:sldMk cId="2521582753" sldId="347"/>
            <ac:spMk id="20" creationId="{4C230348-7D01-FF10-7908-96052091501B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38:33.107" v="539" actId="1076"/>
          <ac:spMkLst>
            <pc:docMk/>
            <pc:sldMk cId="2521582753" sldId="347"/>
            <ac:spMk id="21" creationId="{169A0925-BA46-A555-5B16-579AC9FF70ED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37:29.137" v="527" actId="1076"/>
          <ac:spMkLst>
            <pc:docMk/>
            <pc:sldMk cId="2521582753" sldId="347"/>
            <ac:spMk id="22" creationId="{8F0AD716-F2DF-91EB-9515-8DCA1B78A612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25BA712A-7197-B536-6900-D13749715CAE}" dt="2025-06-19T22:36:11.197" v="511"/>
          <ac:spMkLst>
            <pc:docMk/>
            <pc:sldMk cId="2521582753" sldId="347"/>
            <ac:spMk id="24" creationId="{0E305202-7623-4131-E4D1-3FB4C744C67C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25BA712A-7197-B536-6900-D13749715CAE}" dt="2025-06-19T22:37:54.278" v="535" actId="1076"/>
          <ac:spMkLst>
            <pc:docMk/>
            <pc:sldMk cId="2521582753" sldId="347"/>
            <ac:spMk id="25" creationId="{64A58142-9275-8E12-2D4B-98F34D5D496F}"/>
          </ac:spMkLst>
        </pc:spChg>
        <pc:picChg chg="add mod">
          <ac:chgData name="RAFAEL BRANCO DE BARROS - ANÁLISE E DESENVOLVIMENTO DE SISTEMAS" userId="S::rafaelbarros@unifeso.com.vc::2ffffcaa-ccdd-44a3-a8bc-e79b24712418" providerId="AD" clId="Web-{25BA712A-7197-B536-6900-D13749715CAE}" dt="2025-06-19T22:36:33.542" v="519" actId="1076"/>
          <ac:picMkLst>
            <pc:docMk/>
            <pc:sldMk cId="2521582753" sldId="347"/>
            <ac:picMk id="6" creationId="{7C486B72-44EE-6D22-52A6-9C7792872C10}"/>
          </ac:picMkLst>
        </pc:picChg>
        <pc:picChg chg="add del mod">
          <ac:chgData name="RAFAEL BRANCO DE BARROS - ANÁLISE E DESENVOLVIMENTO DE SISTEMAS" userId="S::rafaelbarros@unifeso.com.vc::2ffffcaa-ccdd-44a3-a8bc-e79b24712418" providerId="AD" clId="Web-{25BA712A-7197-B536-6900-D13749715CAE}" dt="2025-06-19T22:25:24.164" v="384"/>
          <ac:picMkLst>
            <pc:docMk/>
            <pc:sldMk cId="2521582753" sldId="347"/>
            <ac:picMk id="7" creationId="{31FE826D-0822-667E-6148-C13D00E58028}"/>
          </ac:picMkLst>
        </pc:picChg>
        <pc:picChg chg="add del mod">
          <ac:chgData name="RAFAEL BRANCO DE BARROS - ANÁLISE E DESENVOLVIMENTO DE SISTEMAS" userId="S::rafaelbarros@unifeso.com.vc::2ffffcaa-ccdd-44a3-a8bc-e79b24712418" providerId="AD" clId="Web-{25BA712A-7197-B536-6900-D13749715CAE}" dt="2025-06-19T22:25:43.695" v="387"/>
          <ac:picMkLst>
            <pc:docMk/>
            <pc:sldMk cId="2521582753" sldId="347"/>
            <ac:picMk id="8" creationId="{A59C6B6B-1913-6E4A-335A-0FAAB2BC91F8}"/>
          </ac:picMkLst>
        </pc:picChg>
        <pc:picChg chg="add del mod">
          <ac:chgData name="RAFAEL BRANCO DE BARROS - ANÁLISE E DESENVOLVIMENTO DE SISTEMAS" userId="S::rafaelbarros@unifeso.com.vc::2ffffcaa-ccdd-44a3-a8bc-e79b24712418" providerId="AD" clId="Web-{25BA712A-7197-B536-6900-D13749715CAE}" dt="2025-06-19T22:26:02.383" v="393"/>
          <ac:picMkLst>
            <pc:docMk/>
            <pc:sldMk cId="2521582753" sldId="347"/>
            <ac:picMk id="9" creationId="{781D6F8E-86FA-71A6-ABE9-1EEB66EE148B}"/>
          </ac:picMkLst>
        </pc:picChg>
        <pc:picChg chg="add del mod">
          <ac:chgData name="RAFAEL BRANCO DE BARROS - ANÁLISE E DESENVOLVIMENTO DE SISTEMAS" userId="S::rafaelbarros@unifeso.com.vc::2ffffcaa-ccdd-44a3-a8bc-e79b24712418" providerId="AD" clId="Web-{25BA712A-7197-B536-6900-D13749715CAE}" dt="2025-06-19T22:26:36.040" v="404"/>
          <ac:picMkLst>
            <pc:docMk/>
            <pc:sldMk cId="2521582753" sldId="347"/>
            <ac:picMk id="12" creationId="{CF1ABA04-2F32-15AC-16C1-ECBF4855CBD1}"/>
          </ac:picMkLst>
        </pc:picChg>
        <pc:picChg chg="add mod">
          <ac:chgData name="RAFAEL BRANCO DE BARROS - ANÁLISE E DESENVOLVIMENTO DE SISTEMAS" userId="S::rafaelbarros@unifeso.com.vc::2ffffcaa-ccdd-44a3-a8bc-e79b24712418" providerId="AD" clId="Web-{25BA712A-7197-B536-6900-D13749715CAE}" dt="2025-06-19T22:36:36.526" v="520" actId="1076"/>
          <ac:picMkLst>
            <pc:docMk/>
            <pc:sldMk cId="2521582753" sldId="347"/>
            <ac:picMk id="15" creationId="{94B71F95-FF7D-9772-B660-82340E56B3A4}"/>
          </ac:picMkLst>
        </pc:picChg>
        <pc:picChg chg="add del mod">
          <ac:chgData name="RAFAEL BRANCO DE BARROS - ANÁLISE E DESENVOLVIMENTO DE SISTEMAS" userId="S::rafaelbarros@unifeso.com.vc::2ffffcaa-ccdd-44a3-a8bc-e79b24712418" providerId="AD" clId="Web-{25BA712A-7197-B536-6900-D13749715CAE}" dt="2025-06-19T22:28:38.903" v="411"/>
          <ac:picMkLst>
            <pc:docMk/>
            <pc:sldMk cId="2521582753" sldId="347"/>
            <ac:picMk id="16" creationId="{FA538FF3-D3B0-5E54-7DD9-B5C944FEF04B}"/>
          </ac:picMkLst>
        </pc:picChg>
        <pc:picChg chg="add mod">
          <ac:chgData name="RAFAEL BRANCO DE BARROS - ANÁLISE E DESENVOLVIMENTO DE SISTEMAS" userId="S::rafaelbarros@unifeso.com.vc::2ffffcaa-ccdd-44a3-a8bc-e79b24712418" providerId="AD" clId="Web-{25BA712A-7197-B536-6900-D13749715CAE}" dt="2025-06-19T22:36:41.526" v="521" actId="1076"/>
          <ac:picMkLst>
            <pc:docMk/>
            <pc:sldMk cId="2521582753" sldId="347"/>
            <ac:picMk id="17" creationId="{C90C4B57-AB5C-E04A-8AAA-74A6B0D53A81}"/>
          </ac:picMkLst>
        </pc:picChg>
        <pc:picChg chg="add mod">
          <ac:chgData name="RAFAEL BRANCO DE BARROS - ANÁLISE E DESENVOLVIMENTO DE SISTEMAS" userId="S::rafaelbarros@unifeso.com.vc::2ffffcaa-ccdd-44a3-a8bc-e79b24712418" providerId="AD" clId="Web-{25BA712A-7197-B536-6900-D13749715CAE}" dt="2025-06-19T22:37:32.730" v="528" actId="1076"/>
          <ac:picMkLst>
            <pc:docMk/>
            <pc:sldMk cId="2521582753" sldId="347"/>
            <ac:picMk id="18" creationId="{1B7AC112-111F-B798-8393-93E11D39ACD2}"/>
          </ac:picMkLst>
        </pc:picChg>
        <pc:picChg chg="add mod">
          <ac:chgData name="RAFAEL BRANCO DE BARROS - ANÁLISE E DESENVOLVIMENTO DE SISTEMAS" userId="S::rafaelbarros@unifeso.com.vc::2ffffcaa-ccdd-44a3-a8bc-e79b24712418" providerId="AD" clId="Web-{25BA712A-7197-B536-6900-D13749715CAE}" dt="2025-06-19T22:36:44.276" v="522" actId="1076"/>
          <ac:picMkLst>
            <pc:docMk/>
            <pc:sldMk cId="2521582753" sldId="347"/>
            <ac:picMk id="23" creationId="{491BEFD4-E443-2F42-E1EC-19EF1F78EB52}"/>
          </ac:picMkLst>
        </pc:picChg>
      </pc:sldChg>
    </pc:docChg>
  </pc:docChgLst>
  <pc:docChgLst>
    <pc:chgData name="RAFAEL BRANCO DE BARROS - ANÁLISE E DESENVOLVIMENTO DE SISTEMAS" userId="S::rafaelbarros@unifeso.com.vc::2ffffcaa-ccdd-44a3-a8bc-e79b24712418" providerId="AD" clId="Web-{7D25B465-C420-2BBD-FB58-43B68DEE360D}"/>
    <pc:docChg chg="modSld">
      <pc:chgData name="RAFAEL BRANCO DE BARROS - ANÁLISE E DESENVOLVIMENTO DE SISTEMAS" userId="S::rafaelbarros@unifeso.com.vc::2ffffcaa-ccdd-44a3-a8bc-e79b24712418" providerId="AD" clId="Web-{7D25B465-C420-2BBD-FB58-43B68DEE360D}" dt="2025-06-19T19:04:52.708" v="308" actId="20577"/>
      <pc:docMkLst>
        <pc:docMk/>
      </pc:docMkLst>
      <pc:sldChg chg="addSp delSp modSp mod setBg">
        <pc:chgData name="RAFAEL BRANCO DE BARROS - ANÁLISE E DESENVOLVIMENTO DE SISTEMAS" userId="S::rafaelbarros@unifeso.com.vc::2ffffcaa-ccdd-44a3-a8bc-e79b24712418" providerId="AD" clId="Web-{7D25B465-C420-2BBD-FB58-43B68DEE360D}" dt="2025-06-19T19:04:52.708" v="308" actId="20577"/>
        <pc:sldMkLst>
          <pc:docMk/>
          <pc:sldMk cId="2922288996" sldId="332"/>
        </pc:sldMkLst>
        <pc:spChg chg="add del mod">
          <ac:chgData name="RAFAEL BRANCO DE BARROS - ANÁLISE E DESENVOLVIMENTO DE SISTEMAS" userId="S::rafaelbarros@unifeso.com.vc::2ffffcaa-ccdd-44a3-a8bc-e79b24712418" providerId="AD" clId="Web-{7D25B465-C420-2BBD-FB58-43B68DEE360D}" dt="2025-06-19T18:39:06.384" v="17"/>
          <ac:spMkLst>
            <pc:docMk/>
            <pc:sldMk cId="2922288996" sldId="332"/>
            <ac:spMk id="3" creationId="{F2F6EC9C-A868-0C9C-615B-CE043BDE0DEB}"/>
          </ac:spMkLst>
        </pc:spChg>
        <pc:spChg chg="mod ord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spMkLst>
            <pc:docMk/>
            <pc:sldMk cId="2922288996" sldId="332"/>
            <ac:spMk id="4" creationId="{499D8326-B701-CBE8-39AA-6C700DA49CE4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9:04:52.708" v="308" actId="20577"/>
          <ac:spMkLst>
            <pc:docMk/>
            <pc:sldMk cId="2922288996" sldId="332"/>
            <ac:spMk id="5" creationId="{54F6A5CC-C979-BE38-681C-B6F535FE4480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7D25B465-C420-2BBD-FB58-43B68DEE360D}" dt="2025-06-19T18:42:29.860" v="78"/>
          <ac:spMkLst>
            <pc:docMk/>
            <pc:sldMk cId="2922288996" sldId="332"/>
            <ac:spMk id="17" creationId="{33E93247-6229-44AB-A550-739E971E690B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7D25B465-C420-2BBD-FB58-43B68DEE360D}" dt="2025-06-19T18:42:29.860" v="78"/>
          <ac:spMkLst>
            <pc:docMk/>
            <pc:sldMk cId="2922288996" sldId="332"/>
            <ac:spMk id="19" creationId="{6BB6B482-ACCA-4938-8AEA-49D525C17221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spMkLst>
            <pc:docMk/>
            <pc:sldMk cId="2922288996" sldId="332"/>
            <ac:spMk id="30" creationId="{85CB65D0-496F-4797-A015-C85839E35D1A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spMkLst>
            <pc:docMk/>
            <pc:sldMk cId="2922288996" sldId="332"/>
            <ac:spMk id="32" creationId="{95D2C779-8883-4E5F-A170-0F464918C1B7}"/>
          </ac:spMkLst>
        </pc:spChg>
        <pc:spChg chg="add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spMkLst>
            <pc:docMk/>
            <pc:sldMk cId="2922288996" sldId="332"/>
            <ac:spMk id="43" creationId="{85CB65D0-496F-4797-A015-C85839E35D1A}"/>
          </ac:spMkLst>
        </pc:spChg>
        <pc:spChg chg="add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spMkLst>
            <pc:docMk/>
            <pc:sldMk cId="2922288996" sldId="332"/>
            <ac:spMk id="45" creationId="{95D2C779-8883-4E5F-A170-0F464918C1B7}"/>
          </ac:spMkLst>
        </pc:spChg>
        <pc:picChg chg="add del mod">
          <ac:chgData name="RAFAEL BRANCO DE BARROS - ANÁLISE E DESENVOLVIMENTO DE SISTEMAS" userId="S::rafaelbarros@unifeso.com.vc::2ffffcaa-ccdd-44a3-a8bc-e79b24712418" providerId="AD" clId="Web-{7D25B465-C420-2BBD-FB58-43B68DEE360D}" dt="2025-06-19T18:49:25.384" v="185"/>
          <ac:picMkLst>
            <pc:docMk/>
            <pc:sldMk cId="2922288996" sldId="332"/>
            <ac:picMk id="6" creationId="{0F488785-EC65-5C83-F79B-F96A16C98DFC}"/>
          </ac:picMkLst>
        </pc:picChg>
        <pc:picChg chg="add del mod ord">
          <ac:chgData name="RAFAEL BRANCO DE BARROS - ANÁLISE E DESENVOLVIMENTO DE SISTEMAS" userId="S::rafaelbarros@unifeso.com.vc::2ffffcaa-ccdd-44a3-a8bc-e79b24712418" providerId="AD" clId="Web-{7D25B465-C420-2BBD-FB58-43B68DEE360D}" dt="2025-06-19T19:04:49.240" v="307" actId="1076"/>
          <ac:picMkLst>
            <pc:docMk/>
            <pc:sldMk cId="2922288996" sldId="332"/>
            <ac:picMk id="8" creationId="{975CC0D6-B1DF-FCDA-F41E-56F7EFA2D49B}"/>
          </ac:picMkLst>
        </pc:pic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38:21.883" v="12"/>
          <ac:cxnSpMkLst>
            <pc:docMk/>
            <pc:sldMk cId="2922288996" sldId="332"/>
            <ac:cxnSpMk id="13" creationId="{F64F9B95-9045-48D2-B9F3-2927E98F54AA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42:29.860" v="78"/>
          <ac:cxnSpMkLst>
            <pc:docMk/>
            <pc:sldMk cId="2922288996" sldId="332"/>
            <ac:cxnSpMk id="15" creationId="{085AA86F-6A4D-4BCB-A045-D992CDC2959B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42:29.860" v="78"/>
          <ac:cxnSpMkLst>
            <pc:docMk/>
            <pc:sldMk cId="2922288996" sldId="332"/>
            <ac:cxnSpMk id="21" creationId="{EE2E603F-4A95-4FE8-BB06-211DFD75DBEF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cxnSpMkLst>
            <pc:docMk/>
            <pc:sldMk cId="2922288996" sldId="332"/>
            <ac:cxnSpMk id="26" creationId="{F64F9B95-9045-48D2-B9F3-2927E98F54AA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cxnSpMkLst>
            <pc:docMk/>
            <pc:sldMk cId="2922288996" sldId="332"/>
            <ac:cxnSpMk id="34" creationId="{BD96A694-258D-4418-A83C-B9BA72FD44B8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cxnSpMkLst>
            <pc:docMk/>
            <pc:sldMk cId="2922288996" sldId="332"/>
            <ac:cxnSpMk id="39" creationId="{F64F9B95-9045-48D2-B9F3-2927E98F54AA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46:03.349" v="164"/>
          <ac:cxnSpMkLst>
            <pc:docMk/>
            <pc:sldMk cId="2922288996" sldId="332"/>
            <ac:cxnSpMk id="47" creationId="{BD96A694-258D-4418-A83C-B9BA72FD44B8}"/>
          </ac:cxnSpMkLst>
        </pc:cxnChg>
      </pc:sldChg>
      <pc:sldChg chg="addSp modSp mod setBg">
        <pc:chgData name="RAFAEL BRANCO DE BARROS - ANÁLISE E DESENVOLVIMENTO DE SISTEMAS" userId="S::rafaelbarros@unifeso.com.vc::2ffffcaa-ccdd-44a3-a8bc-e79b24712418" providerId="AD" clId="Web-{7D25B465-C420-2BBD-FB58-43B68DEE360D}" dt="2025-06-19T18:47:26.038" v="178" actId="20577"/>
        <pc:sldMkLst>
          <pc:docMk/>
          <pc:sldMk cId="918817140" sldId="333"/>
        </pc:sldMkLst>
        <pc:spChg chg="mod">
          <ac:chgData name="RAFAEL BRANCO DE BARROS - ANÁLISE E DESENVOLVIMENTO DE SISTEMAS" userId="S::rafaelbarros@unifeso.com.vc::2ffffcaa-ccdd-44a3-a8bc-e79b24712418" providerId="AD" clId="Web-{7D25B465-C420-2BBD-FB58-43B68DEE360D}" dt="2025-06-19T18:46:36.349" v="166"/>
          <ac:spMkLst>
            <pc:docMk/>
            <pc:sldMk cId="918817140" sldId="333"/>
            <ac:spMk id="2" creationId="{DA128192-0728-892D-258C-A8F14C65D606}"/>
          </ac:spMkLst>
        </pc:spChg>
        <pc:spChg chg="mod">
          <ac:chgData name="RAFAEL BRANCO DE BARROS - ANÁLISE E DESENVOLVIMENTO DE SISTEMAS" userId="S::rafaelbarros@unifeso.com.vc::2ffffcaa-ccdd-44a3-a8bc-e79b24712418" providerId="AD" clId="Web-{7D25B465-C420-2BBD-FB58-43B68DEE360D}" dt="2025-06-19T18:46:36.349" v="166"/>
          <ac:spMkLst>
            <pc:docMk/>
            <pc:sldMk cId="918817140" sldId="333"/>
            <ac:spMk id="3" creationId="{408BEF5F-00BC-5BA7-C0E2-94A5C1FC0D29}"/>
          </ac:spMkLst>
        </pc:spChg>
        <pc:spChg chg="mod">
          <ac:chgData name="RAFAEL BRANCO DE BARROS - ANÁLISE E DESENVOLVIMENTO DE SISTEMAS" userId="S::rafaelbarros@unifeso.com.vc::2ffffcaa-ccdd-44a3-a8bc-e79b24712418" providerId="AD" clId="Web-{7D25B465-C420-2BBD-FB58-43B68DEE360D}" dt="2025-06-19T18:47:26.038" v="178" actId="20577"/>
          <ac:spMkLst>
            <pc:docMk/>
            <pc:sldMk cId="918817140" sldId="333"/>
            <ac:spMk id="4" creationId="{2B7243AA-A570-5533-577C-6CF74FAD07DC}"/>
          </ac:spMkLst>
        </pc:spChg>
        <pc:spChg chg="add">
          <ac:chgData name="RAFAEL BRANCO DE BARROS - ANÁLISE E DESENVOLVIMENTO DE SISTEMAS" userId="S::rafaelbarros@unifeso.com.vc::2ffffcaa-ccdd-44a3-a8bc-e79b24712418" providerId="AD" clId="Web-{7D25B465-C420-2BBD-FB58-43B68DEE360D}" dt="2025-06-19T18:46:36.349" v="166"/>
          <ac:spMkLst>
            <pc:docMk/>
            <pc:sldMk cId="918817140" sldId="333"/>
            <ac:spMk id="13" creationId="{EEF92585-7A99-6108-9663-8C59032742EC}"/>
          </ac:spMkLst>
        </pc:sp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46:36.349" v="166"/>
          <ac:cxnSpMkLst>
            <pc:docMk/>
            <pc:sldMk cId="918817140" sldId="333"/>
            <ac:cxnSpMk id="9" creationId="{F64F9B95-9045-48D2-B9F3-2927E98F54AA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46:36.349" v="166"/>
          <ac:cxnSpMkLst>
            <pc:docMk/>
            <pc:sldMk cId="918817140" sldId="333"/>
            <ac:cxnSpMk id="11" creationId="{085AA86F-6A4D-4BCB-A045-D992CDC2959B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46:36.349" v="166"/>
          <ac:cxnSpMkLst>
            <pc:docMk/>
            <pc:sldMk cId="918817140" sldId="333"/>
            <ac:cxnSpMk id="15" creationId="{F6DB4BEA-22D1-9BE0-1F06-BAFE567B5E66}"/>
          </ac:cxnSpMkLst>
        </pc:cxnChg>
      </pc:sldChg>
      <pc:sldChg chg="addSp delSp modSp mod setBg">
        <pc:chgData name="RAFAEL BRANCO DE BARROS - ANÁLISE E DESENVOLVIMENTO DE SISTEMAS" userId="S::rafaelbarros@unifeso.com.vc::2ffffcaa-ccdd-44a3-a8bc-e79b24712418" providerId="AD" clId="Web-{7D25B465-C420-2BBD-FB58-43B68DEE360D}" dt="2025-06-19T18:58:29.200" v="284" actId="20577"/>
        <pc:sldMkLst>
          <pc:docMk/>
          <pc:sldMk cId="3250560684" sldId="334"/>
        </pc:sldMkLst>
        <pc:spChg chg="add mod ord">
          <ac:chgData name="RAFAEL BRANCO DE BARROS - ANÁLISE E DESENVOLVIMENTO DE SISTEMAS" userId="S::rafaelbarros@unifeso.com.vc::2ffffcaa-ccdd-44a3-a8bc-e79b24712418" providerId="AD" clId="Web-{7D25B465-C420-2BBD-FB58-43B68DEE360D}" dt="2025-06-19T18:58:29.200" v="284" actId="20577"/>
          <ac:spMkLst>
            <pc:docMk/>
            <pc:sldMk cId="3250560684" sldId="334"/>
            <ac:spMk id="4" creationId="{DBE208AB-769B-7C4D-A1DC-7AEE6C7AF772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spMkLst>
            <pc:docMk/>
            <pc:sldMk cId="3250560684" sldId="334"/>
            <ac:spMk id="6" creationId="{FC799E91-0DB7-F40F-8BC3-0559895A69EF}"/>
          </ac:spMkLst>
        </pc:spChg>
        <pc:spChg chg="mod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spMkLst>
            <pc:docMk/>
            <pc:sldMk cId="3250560684" sldId="334"/>
            <ac:spMk id="8" creationId="{10417AF4-08C0-FC51-8823-C041945D63A4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7D25B465-C420-2BBD-FB58-43B68DEE360D}" dt="2025-06-19T18:51:53.012" v="209"/>
          <ac:spMkLst>
            <pc:docMk/>
            <pc:sldMk cId="3250560684" sldId="334"/>
            <ac:spMk id="17" creationId="{33E93247-6229-44AB-A550-739E971E690B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spMkLst>
            <pc:docMk/>
            <pc:sldMk cId="3250560684" sldId="334"/>
            <ac:spMk id="30" creationId="{74ABF6B1-3A9A-4CEE-889E-0D96AB03A7D5}"/>
          </ac:spMkLst>
        </pc:spChg>
        <pc:spChg chg="add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spMkLst>
            <pc:docMk/>
            <pc:sldMk cId="3250560684" sldId="334"/>
            <ac:spMk id="36" creationId="{74ABF6B1-3A9A-4CEE-889E-0D96AB03A7D5}"/>
          </ac:spMkLst>
        </pc:spChg>
        <pc:spChg chg="add del">
          <ac:chgData name="RAFAEL BRANCO DE BARROS - ANÁLISE E DESENVOLVIMENTO DE SISTEMAS" userId="S::rafaelbarros@unifeso.com.vc::2ffffcaa-ccdd-44a3-a8bc-e79b24712418" providerId="AD" clId="Web-{7D25B465-C420-2BBD-FB58-43B68DEE360D}" dt="2025-06-19T18:54:48.038" v="247"/>
          <ac:spMkLst>
            <pc:docMk/>
            <pc:sldMk cId="3250560684" sldId="334"/>
            <ac:spMk id="41" creationId="{9830FA09-7272-41D3-8A83-1AD217BDC79F}"/>
          </ac:spMkLst>
        </pc:spChg>
        <pc:picChg chg="add mod ord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picMkLst>
            <pc:docMk/>
            <pc:sldMk cId="3250560684" sldId="334"/>
            <ac:picMk id="2" creationId="{627C1F27-B195-53A7-7DDC-2B05DC5760F8}"/>
          </ac:picMkLst>
        </pc:picChg>
        <pc:picChg chg="add mod ord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picMkLst>
            <pc:docMk/>
            <pc:sldMk cId="3250560684" sldId="334"/>
            <ac:picMk id="3" creationId="{F7D8B6CC-670E-5969-A2F4-E040D3149D95}"/>
          </ac:picMkLst>
        </pc:picChg>
        <pc:picChg chg="mod ord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picMkLst>
            <pc:docMk/>
            <pc:sldMk cId="3250560684" sldId="334"/>
            <ac:picMk id="5" creationId="{91CDF817-5DD8-B6A6-422E-3161F6D60CCA}"/>
          </ac:picMkLst>
        </pc:pic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51:53.012" v="209"/>
          <ac:cxnSpMkLst>
            <pc:docMk/>
            <pc:sldMk cId="3250560684" sldId="334"/>
            <ac:cxnSpMk id="13" creationId="{F64F9B95-9045-48D2-B9F3-2927E98F54AA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44:38.816" v="143"/>
          <ac:cxnSpMkLst>
            <pc:docMk/>
            <pc:sldMk cId="3250560684" sldId="334"/>
            <ac:cxnSpMk id="15" creationId="{085AA86F-6A4D-4BCB-A045-D992CDC2959B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51:53.012" v="209"/>
          <ac:cxnSpMkLst>
            <pc:docMk/>
            <pc:sldMk cId="3250560684" sldId="334"/>
            <ac:cxnSpMk id="19" creationId="{EE2E603F-4A95-4FE8-BB06-211DFD75DBEF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51:53.012" v="209"/>
          <ac:cxnSpMkLst>
            <pc:docMk/>
            <pc:sldMk cId="3250560684" sldId="334"/>
            <ac:cxnSpMk id="21" creationId="{2CF06E40-3ECB-4820-95B5-8A70B07D4B47}"/>
          </ac:cxnSpMkLst>
        </pc:cxnChg>
        <pc:cxnChg chg="del">
          <ac:chgData name="RAFAEL BRANCO DE BARROS - ANÁLISE E DESENVOLVIMENTO DE SISTEMAS" userId="S::rafaelbarros@unifeso.com.vc::2ffffcaa-ccdd-44a3-a8bc-e79b24712418" providerId="AD" clId="Web-{7D25B465-C420-2BBD-FB58-43B68DEE360D}" dt="2025-06-19T18:54:27.428" v="242"/>
          <ac:cxnSpMkLst>
            <pc:docMk/>
            <pc:sldMk cId="3250560684" sldId="334"/>
            <ac:cxnSpMk id="26" creationId="{F64F9B95-9045-48D2-B9F3-2927E98F54AA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cxnSpMkLst>
            <pc:docMk/>
            <pc:sldMk cId="3250560684" sldId="334"/>
            <ac:cxnSpMk id="32" creationId="{E531BC1D-41F6-43D0-8437-608E6D83F3F8}"/>
          </ac:cxnSpMkLst>
        </pc:cxnChg>
        <pc:cxnChg chg="del">
          <ac:chgData name="RAFAEL BRANCO DE BARROS - ANÁLISE E DESENVOLVIMENTO DE SISTEMAS" userId="S::rafaelbarros@unifeso.com.vc::2ffffcaa-ccdd-44a3-a8bc-e79b24712418" providerId="AD" clId="Web-{7D25B465-C420-2BBD-FB58-43B68DEE360D}" dt="2025-06-19T18:54:48.038" v="247"/>
          <ac:cxnSpMkLst>
            <pc:docMk/>
            <pc:sldMk cId="3250560684" sldId="334"/>
            <ac:cxnSpMk id="39" creationId="{085AA86F-6A4D-4BCB-A045-D992CDC2959B}"/>
          </ac:cxnSpMkLst>
        </pc:cxnChg>
        <pc:cxnChg chg="add del">
          <ac:chgData name="RAFAEL BRANCO DE BARROS - ANÁLISE E DESENVOLVIMENTO DE SISTEMAS" userId="S::rafaelbarros@unifeso.com.vc::2ffffcaa-ccdd-44a3-a8bc-e79b24712418" providerId="AD" clId="Web-{7D25B465-C420-2BBD-FB58-43B68DEE360D}" dt="2025-06-19T18:54:48.038" v="247"/>
          <ac:cxnSpMkLst>
            <pc:docMk/>
            <pc:sldMk cId="3250560684" sldId="334"/>
            <ac:cxnSpMk id="43" creationId="{941EE017-7873-40E8-89D0-6570EA4C9F40}"/>
          </ac:cxnSpMkLst>
        </pc:cxnChg>
        <pc:cxnChg chg="add">
          <ac:chgData name="RAFAEL BRANCO DE BARROS - ANÁLISE E DESENVOLVIMENTO DE SISTEMAS" userId="S::rafaelbarros@unifeso.com.vc::2ffffcaa-ccdd-44a3-a8bc-e79b24712418" providerId="AD" clId="Web-{7D25B465-C420-2BBD-FB58-43B68DEE360D}" dt="2025-06-19T18:58:22.106" v="283"/>
          <ac:cxnSpMkLst>
            <pc:docMk/>
            <pc:sldMk cId="3250560684" sldId="334"/>
            <ac:cxnSpMk id="45" creationId="{4A0388DE-CBA1-408E-BECE-8BCDD80FD595}"/>
          </ac:cxnSpMkLst>
        </pc:cxnChg>
      </pc:sldChg>
      <pc:sldChg chg="addSp delSp modSp">
        <pc:chgData name="RAFAEL BRANCO DE BARROS - ANÁLISE E DESENVOLVIMENTO DE SISTEMAS" userId="S::rafaelbarros@unifeso.com.vc::2ffffcaa-ccdd-44a3-a8bc-e79b24712418" providerId="AD" clId="Web-{7D25B465-C420-2BBD-FB58-43B68DEE360D}" dt="2025-06-19T19:03:53.723" v="305" actId="1076"/>
        <pc:sldMkLst>
          <pc:docMk/>
          <pc:sldMk cId="1889560571" sldId="336"/>
        </pc:sldMkLst>
        <pc:spChg chg="add del mod">
          <ac:chgData name="RAFAEL BRANCO DE BARROS - ANÁLISE E DESENVOLVIMENTO DE SISTEMAS" userId="S::rafaelbarros@unifeso.com.vc::2ffffcaa-ccdd-44a3-a8bc-e79b24712418" providerId="AD" clId="Web-{7D25B465-C420-2BBD-FB58-43B68DEE360D}" dt="2025-06-19T18:56:29.602" v="268"/>
          <ac:spMkLst>
            <pc:docMk/>
            <pc:sldMk cId="1889560571" sldId="336"/>
            <ac:spMk id="3" creationId="{26414115-6768-1373-77AA-3DBF1E8CB9D6}"/>
          </ac:spMkLst>
        </pc:spChg>
        <pc:spChg chg="add del mod">
          <ac:chgData name="RAFAEL BRANCO DE BARROS - ANÁLISE E DESENVOLVIMENTO DE SISTEMAS" userId="S::rafaelbarros@unifeso.com.vc::2ffffcaa-ccdd-44a3-a8bc-e79b24712418" providerId="AD" clId="Web-{7D25B465-C420-2BBD-FB58-43B68DEE360D}" dt="2025-06-19T18:56:08.992" v="262"/>
          <ac:spMkLst>
            <pc:docMk/>
            <pc:sldMk cId="1889560571" sldId="336"/>
            <ac:spMk id="5" creationId="{B6F061B6-5399-D865-5FA9-42EE54FF6CDC}"/>
          </ac:spMkLst>
        </pc:spChg>
        <pc:spChg chg="add del mod">
          <ac:chgData name="RAFAEL BRANCO DE BARROS - ANÁLISE E DESENVOLVIMENTO DE SISTEMAS" userId="S::rafaelbarros@unifeso.com.vc::2ffffcaa-ccdd-44a3-a8bc-e79b24712418" providerId="AD" clId="Web-{7D25B465-C420-2BBD-FB58-43B68DEE360D}" dt="2025-06-19T19:03:25.097" v="299"/>
          <ac:spMkLst>
            <pc:docMk/>
            <pc:sldMk cId="1889560571" sldId="336"/>
            <ac:spMk id="10" creationId="{4D573A87-54AF-9BA2-91A8-44B2E6893E5B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55:27.179" v="250"/>
          <ac:spMkLst>
            <pc:docMk/>
            <pc:sldMk cId="1889560571" sldId="336"/>
            <ac:spMk id="13" creationId="{2BF5439E-A994-3EE5-80B8-64D8C5A922E8}"/>
          </ac:spMkLst>
        </pc:spChg>
        <pc:spChg chg="del mod">
          <ac:chgData name="RAFAEL BRANCO DE BARROS - ANÁLISE E DESENVOLVIMENTO DE SISTEMAS" userId="S::rafaelbarros@unifeso.com.vc::2ffffcaa-ccdd-44a3-a8bc-e79b24712418" providerId="AD" clId="Web-{7D25B465-C420-2BBD-FB58-43B68DEE360D}" dt="2025-06-19T18:59:38.811" v="285"/>
          <ac:spMkLst>
            <pc:docMk/>
            <pc:sldMk cId="1889560571" sldId="336"/>
            <ac:spMk id="23" creationId="{D5FF0C52-0A5C-D2E2-6605-0DCC0E0DCE6C}"/>
          </ac:spMkLst>
        </pc:spChg>
        <pc:picChg chg="add del mod ord">
          <ac:chgData name="RAFAEL BRANCO DE BARROS - ANÁLISE E DESENVOLVIMENTO DE SISTEMAS" userId="S::rafaelbarros@unifeso.com.vc::2ffffcaa-ccdd-44a3-a8bc-e79b24712418" providerId="AD" clId="Web-{7D25B465-C420-2BBD-FB58-43B68DEE360D}" dt="2025-06-19T18:56:07.836" v="261"/>
          <ac:picMkLst>
            <pc:docMk/>
            <pc:sldMk cId="1889560571" sldId="336"/>
            <ac:picMk id="6" creationId="{E92C294A-619E-CF70-432A-B849595C9B08}"/>
          </ac:picMkLst>
        </pc:picChg>
        <pc:picChg chg="add mod">
          <ac:chgData name="RAFAEL BRANCO DE BARROS - ANÁLISE E DESENVOLVIMENTO DE SISTEMAS" userId="S::rafaelbarros@unifeso.com.vc::2ffffcaa-ccdd-44a3-a8bc-e79b24712418" providerId="AD" clId="Web-{7D25B465-C420-2BBD-FB58-43B68DEE360D}" dt="2025-06-19T19:03:45.957" v="304" actId="1076"/>
          <ac:picMkLst>
            <pc:docMk/>
            <pc:sldMk cId="1889560571" sldId="336"/>
            <ac:picMk id="7" creationId="{51F3927E-EE00-A3C3-1DD6-011DC92A330B}"/>
          </ac:picMkLst>
        </pc:picChg>
        <pc:picChg chg="add del mod modCrop">
          <ac:chgData name="RAFAEL BRANCO DE BARROS - ANÁLISE E DESENVOLVIMENTO DE SISTEMAS" userId="S::rafaelbarros@unifeso.com.vc::2ffffcaa-ccdd-44a3-a8bc-e79b24712418" providerId="AD" clId="Web-{7D25B465-C420-2BBD-FB58-43B68DEE360D}" dt="2025-06-19T19:03:53.723" v="305" actId="1076"/>
          <ac:picMkLst>
            <pc:docMk/>
            <pc:sldMk cId="1889560571" sldId="336"/>
            <ac:picMk id="8" creationId="{D97472DC-8A80-1368-489B-875AC64FA5D8}"/>
          </ac:picMkLst>
        </pc:picChg>
      </pc:sldChg>
      <pc:sldChg chg="addSp delSp modSp">
        <pc:chgData name="RAFAEL BRANCO DE BARROS - ANÁLISE E DESENVOLVIMENTO DE SISTEMAS" userId="S::rafaelbarros@unifeso.com.vc::2ffffcaa-ccdd-44a3-a8bc-e79b24712418" providerId="AD" clId="Web-{7D25B465-C420-2BBD-FB58-43B68DEE360D}" dt="2025-06-19T18:42:12.297" v="77"/>
        <pc:sldMkLst>
          <pc:docMk/>
          <pc:sldMk cId="1475236966" sldId="340"/>
        </pc:sldMkLst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2.297" v="77"/>
          <ac:spMkLst>
            <pc:docMk/>
            <pc:sldMk cId="1475236966" sldId="340"/>
            <ac:spMk id="2" creationId="{5B56E1DE-D988-960C-DAB5-9F76114BF8AF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2.187" v="74"/>
          <ac:spMkLst>
            <pc:docMk/>
            <pc:sldMk cId="1475236966" sldId="340"/>
            <ac:spMk id="3" creationId="{522643B0-B668-8150-0AAC-AFA1C43109DF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2.234" v="75"/>
          <ac:spMkLst>
            <pc:docMk/>
            <pc:sldMk cId="1475236966" sldId="340"/>
            <ac:spMk id="5" creationId="{72FC3374-0B2E-0305-1FDB-9B8148D192F9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2.266" v="76"/>
          <ac:spMkLst>
            <pc:docMk/>
            <pc:sldMk cId="1475236966" sldId="340"/>
            <ac:spMk id="7" creationId="{5F35B523-D975-8435-DE03-EE1A9E731248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2.266" v="76"/>
          <ac:spMkLst>
            <pc:docMk/>
            <pc:sldMk cId="1475236966" sldId="340"/>
            <ac:spMk id="8" creationId="{6B4A257E-4735-6F03-8A06-72A76A187FFA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2.297" v="77"/>
          <ac:spMkLst>
            <pc:docMk/>
            <pc:sldMk cId="1475236966" sldId="340"/>
            <ac:spMk id="10" creationId="{C1D44B22-1F50-BEA0-E1FF-89CD206A29A4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2.234" v="75"/>
          <ac:spMkLst>
            <pc:docMk/>
            <pc:sldMk cId="1475236966" sldId="340"/>
            <ac:spMk id="13" creationId="{2EBEEF04-935C-A06F-62F6-BCFF0B291A24}"/>
          </ac:spMkLst>
        </pc:spChg>
      </pc:sldChg>
      <pc:sldChg chg="addSp delSp modSp">
        <pc:chgData name="RAFAEL BRANCO DE BARROS - ANÁLISE E DESENVOLVIMENTO DE SISTEMAS" userId="S::rafaelbarros@unifeso.com.vc::2ffffcaa-ccdd-44a3-a8bc-e79b24712418" providerId="AD" clId="Web-{7D25B465-C420-2BBD-FB58-43B68DEE360D}" dt="2025-06-19T18:42:12.187" v="72"/>
        <pc:sldMkLst>
          <pc:docMk/>
          <pc:sldMk cId="3153150231" sldId="341"/>
        </pc:sldMkLst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2.109" v="70"/>
          <ac:spMkLst>
            <pc:docMk/>
            <pc:sldMk cId="3153150231" sldId="341"/>
            <ac:spMk id="3" creationId="{949072BE-C527-98A0-1D97-241F52784939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2.187" v="72"/>
          <ac:spMkLst>
            <pc:docMk/>
            <pc:sldMk cId="3153150231" sldId="341"/>
            <ac:spMk id="5" creationId="{5A4025A9-7726-7F83-4A59-6CF84E4B9001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2.156" v="71"/>
          <ac:spMkLst>
            <pc:docMk/>
            <pc:sldMk cId="3153150231" sldId="341"/>
            <ac:spMk id="6" creationId="{BFEA3467-EC89-DC5B-F203-EAFA3EADD258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2.156" v="71"/>
          <ac:spMkLst>
            <pc:docMk/>
            <pc:sldMk cId="3153150231" sldId="341"/>
            <ac:spMk id="7" creationId="{C7D1EAF7-58DB-398E-A0A7-0514B6F3301A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2.187" v="72"/>
          <ac:spMkLst>
            <pc:docMk/>
            <pc:sldMk cId="3153150231" sldId="341"/>
            <ac:spMk id="10" creationId="{F71C17D0-5068-B1E4-7B19-967784837324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2.078" v="69"/>
          <ac:spMkLst>
            <pc:docMk/>
            <pc:sldMk cId="3153150231" sldId="341"/>
            <ac:spMk id="27" creationId="{3A137E53-FBD3-20BC-7B61-06C47E63438B}"/>
          </ac:spMkLst>
        </pc:spChg>
        <pc:picChg chg="del">
          <ac:chgData name="RAFAEL BRANCO DE BARROS - ANÁLISE E DESENVOLVIMENTO DE SISTEMAS" userId="S::rafaelbarros@unifeso.com.vc::2ffffcaa-ccdd-44a3-a8bc-e79b24712418" providerId="AD" clId="Web-{7D25B465-C420-2BBD-FB58-43B68DEE360D}" dt="2025-06-19T18:42:12.109" v="70"/>
          <ac:picMkLst>
            <pc:docMk/>
            <pc:sldMk cId="3153150231" sldId="341"/>
            <ac:picMk id="8" creationId="{4AA23396-D2B1-1CF5-8AD7-3F6BEDAE92D1}"/>
          </ac:picMkLst>
        </pc:picChg>
      </pc:sldChg>
      <pc:sldChg chg="addSp delSp modSp">
        <pc:chgData name="RAFAEL BRANCO DE BARROS - ANÁLISE E DESENVOLVIMENTO DE SISTEMAS" userId="S::rafaelbarros@unifeso.com.vc::2ffffcaa-ccdd-44a3-a8bc-e79b24712418" providerId="AD" clId="Web-{7D25B465-C420-2BBD-FB58-43B68DEE360D}" dt="2025-06-19T18:42:10.922" v="67"/>
        <pc:sldMkLst>
          <pc:docMk/>
          <pc:sldMk cId="1803119532" sldId="342"/>
        </pc:sldMkLst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0.844" v="65"/>
          <ac:spMkLst>
            <pc:docMk/>
            <pc:sldMk cId="1803119532" sldId="342"/>
            <ac:spMk id="3" creationId="{88FC2BBF-8748-562F-BBCC-F3EE411357BD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0.922" v="67"/>
          <ac:spMkLst>
            <pc:docMk/>
            <pc:sldMk cId="1803119532" sldId="342"/>
            <ac:spMk id="4" creationId="{78EDD0FE-CB9F-D325-2903-8DC746DE6164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0.812" v="64"/>
          <ac:spMkLst>
            <pc:docMk/>
            <pc:sldMk cId="1803119532" sldId="342"/>
            <ac:spMk id="5" creationId="{D338FAA4-A6F5-934B-4912-1EDAEE5E8855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0.891" v="66"/>
          <ac:spMkLst>
            <pc:docMk/>
            <pc:sldMk cId="1803119532" sldId="342"/>
            <ac:spMk id="8" creationId="{870D0153-F449-4AE2-3DC5-4EEEA4BC2D11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10.891" v="66"/>
          <ac:spMkLst>
            <pc:docMk/>
            <pc:sldMk cId="1803119532" sldId="342"/>
            <ac:spMk id="10" creationId="{C70E077E-50F0-48B5-6482-2D14598CB2DD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10.922" v="67"/>
          <ac:spMkLst>
            <pc:docMk/>
            <pc:sldMk cId="1803119532" sldId="342"/>
            <ac:spMk id="11" creationId="{711F78D5-1FEB-24C7-0579-43B194DD1073}"/>
          </ac:spMkLst>
        </pc:spChg>
        <pc:graphicFrameChg chg="del">
          <ac:chgData name="RAFAEL BRANCO DE BARROS - ANÁLISE E DESENVOLVIMENTO DE SISTEMAS" userId="S::rafaelbarros@unifeso.com.vc::2ffffcaa-ccdd-44a3-a8bc-e79b24712418" providerId="AD" clId="Web-{7D25B465-C420-2BBD-FB58-43B68DEE360D}" dt="2025-06-19T18:42:10.844" v="65"/>
          <ac:graphicFrameMkLst>
            <pc:docMk/>
            <pc:sldMk cId="1803119532" sldId="342"/>
            <ac:graphicFrameMk id="6" creationId="{CDFEEA81-FFBA-2786-FB16-56C8D12A3D88}"/>
          </ac:graphicFrameMkLst>
        </pc:graphicFrameChg>
      </pc:sldChg>
      <pc:sldChg chg="addSp delSp modSp">
        <pc:chgData name="RAFAEL BRANCO DE BARROS - ANÁLISE E DESENVOLVIMENTO DE SISTEMAS" userId="S::rafaelbarros@unifeso.com.vc::2ffffcaa-ccdd-44a3-a8bc-e79b24712418" providerId="AD" clId="Web-{7D25B465-C420-2BBD-FB58-43B68DEE360D}" dt="2025-06-19T18:42:08.172" v="59"/>
        <pc:sldMkLst>
          <pc:docMk/>
          <pc:sldMk cId="2260296566" sldId="344"/>
        </pc:sldMkLst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08.140" v="58"/>
          <ac:spMkLst>
            <pc:docMk/>
            <pc:sldMk cId="2260296566" sldId="344"/>
            <ac:spMk id="3" creationId="{B096BE3A-13F0-BFC9-73C6-F0BC1AE4FCF3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08.109" v="57"/>
          <ac:spMkLst>
            <pc:docMk/>
            <pc:sldMk cId="2260296566" sldId="344"/>
            <ac:spMk id="5" creationId="{C1093BCB-F983-2D12-38C4-2A8CA071EDA4}"/>
          </ac:spMkLst>
        </pc:spChg>
        <pc:spChg chg="add mod">
          <ac:chgData name="RAFAEL BRANCO DE BARROS - ANÁLISE E DESENVOLVIMENTO DE SISTEMAS" userId="S::rafaelbarros@unifeso.com.vc::2ffffcaa-ccdd-44a3-a8bc-e79b24712418" providerId="AD" clId="Web-{7D25B465-C420-2BBD-FB58-43B68DEE360D}" dt="2025-06-19T18:42:08.172" v="59"/>
          <ac:spMkLst>
            <pc:docMk/>
            <pc:sldMk cId="2260296566" sldId="344"/>
            <ac:spMk id="6" creationId="{8E2EACB6-CD25-A916-72AE-16EF96FF6255}"/>
          </ac:spMkLst>
        </pc:spChg>
        <pc:spChg chg="del">
          <ac:chgData name="RAFAEL BRANCO DE BARROS - ANÁLISE E DESENVOLVIMENTO DE SISTEMAS" userId="S::rafaelbarros@unifeso.com.vc::2ffffcaa-ccdd-44a3-a8bc-e79b24712418" providerId="AD" clId="Web-{7D25B465-C420-2BBD-FB58-43B68DEE360D}" dt="2025-06-19T18:42:08.172" v="59"/>
          <ac:spMkLst>
            <pc:docMk/>
            <pc:sldMk cId="2260296566" sldId="344"/>
            <ac:spMk id="7" creationId="{A8DC305B-3618-27A9-A1E7-D682A9570EF8}"/>
          </ac:spMkLst>
        </pc:spChg>
        <pc:graphicFrameChg chg="del">
          <ac:chgData name="RAFAEL BRANCO DE BARROS - ANÁLISE E DESENVOLVIMENTO DE SISTEMAS" userId="S::rafaelbarros@unifeso.com.vc::2ffffcaa-ccdd-44a3-a8bc-e79b24712418" providerId="AD" clId="Web-{7D25B465-C420-2BBD-FB58-43B68DEE360D}" dt="2025-06-19T18:42:08.140" v="58"/>
          <ac:graphicFrameMkLst>
            <pc:docMk/>
            <pc:sldMk cId="2260296566" sldId="344"/>
            <ac:graphicFrameMk id="9" creationId="{7489C713-E2C8-20DD-E0CE-33EFCF61EBEC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415F-6970-4DE4-93F1-94FEF07D0F1C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C6D6D-E986-427F-AD9C-4E9408DDBE5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E6E5-5A19-4AE7-8D4E-049C5315C9A0}" type="datetimeFigureOut">
              <a:rPr lang="en-US" smtClean="0"/>
              <a:t>6/16/2026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A580F-E35D-42E1-AF82-E41CC201EA91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8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35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21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35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70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809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7975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117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018627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01722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91466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75148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7822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66521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7046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6305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642628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04303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907"/>
      </p:ext>
    </p:extLst>
  </p:cSld>
  <p:clrMapOvr>
    <a:masterClrMapping/>
  </p:clrMapOvr>
  <p:hf hdr="0" ftr="0" dt="0"/>
  <p:extLst mod="1"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908591"/>
            <a:ext cx="4058728" cy="5225507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99125" y="0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8B32A424-7EFB-F80C-2BDA-94D103A55F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668EFEEF-ABDC-22C9-C5DB-0494BEB8687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836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D7352414-3211-CEB2-31A1-11097989D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934" y="723900"/>
            <a:ext cx="3503757" cy="531641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xmlns="" id="{4BA26D20-54E1-2490-0D75-F08BCB7D3BF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82232" y="2053087"/>
            <a:ext cx="5903332" cy="3987230"/>
          </a:xfrm>
        </p:spPr>
        <p:txBody>
          <a:bodyPr anchor="t"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998A376F-AF56-AABE-DFA3-DE5A8C8996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695467" y="723900"/>
            <a:ext cx="579059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4DE9D420-BBEC-E7C6-7E76-FB9791C71C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005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C0AFB647-646C-4130-9EF5-C19C686B184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738013"/>
            <a:ext cx="5676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2D6AD5-5357-463C-B785-6A488FFC8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7007" y="817581"/>
            <a:ext cx="5935869" cy="5238159"/>
          </a:xfrm>
        </p:spPr>
        <p:txBody>
          <a:bodyPr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xmlns="" id="{EAD023B5-9ABC-4D4A-A1AD-D4D83D6621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"/>
            <a:ext cx="4876799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5C0A0972-FD9A-4E9D-A0A3-BD0AF8C7B7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6134100"/>
            <a:ext cx="5676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930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xmlns="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07756" y="4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xmlns="" id="{9D527B4D-405A-DCD2-6970-1162843E00D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xmlns="" id="{B3B79298-0F84-5214-4916-E9C0B4B46A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423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xmlns="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1" y="976997"/>
            <a:ext cx="11000209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3" y="2244725"/>
            <a:ext cx="5045105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xmlns="" id="{93AC3921-F10C-2A33-F8DF-3B42EE1E38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xmlns="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12304" y="2244724"/>
            <a:ext cx="5322496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11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xmlns="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46" y="983901"/>
            <a:ext cx="5724786" cy="1198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0520" y="2244725"/>
            <a:ext cx="5724786" cy="37956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xmlns="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723899"/>
            <a:ext cx="4876800" cy="53165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xmlns="" id="{A541CC69-A0B0-C1BE-2165-D8AD1B7D2DD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669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xmlns="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4591" y="992528"/>
            <a:ext cx="10722817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3216" y="2244725"/>
            <a:ext cx="3277639" cy="390366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xmlns="" id="{C6DB8F81-B3A9-1D53-A844-F980B4ED20C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4406900" y="2244725"/>
            <a:ext cx="7061200" cy="39036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xmlns="" id="{133A6849-B613-7080-903C-A7A211B7C5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8017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xmlns="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87" y="985626"/>
            <a:ext cx="10703197" cy="117097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xmlns="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0087" y="2244725"/>
            <a:ext cx="7060200" cy="391289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45209" y="2244725"/>
            <a:ext cx="2958075" cy="390426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xmlns="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2E205FD8-58A9-6B91-010A-1870572FDC7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39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4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3" r:id="rId15"/>
    <p:sldLayoutId id="2147483724" r:id="rId16"/>
    <p:sldLayoutId id="2147483726" r:id="rId17"/>
    <p:sldLayoutId id="2147483727" r:id="rId18"/>
    <p:sldLayoutId id="2147483728" r:id="rId19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web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xmlns="" id="{F64F9B95-9045-48D2-B9F3-2927E98F54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xmlns="" id="{085AA86F-6A4D-4BCB-A045-D992CDC295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85CB65D0-496F-4797-A015-C85839E35D1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aixaDeTexto 1"/>
          <p:cNvSpPr txBox="1"/>
          <p:nvPr/>
        </p:nvSpPr>
        <p:spPr>
          <a:xfrm>
            <a:off x="9192165" y="6025606"/>
            <a:ext cx="21997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smtClean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Teresópolis, 17 de Junho de 2026</a:t>
            </a:r>
            <a:endParaRPr lang="pt-BR" sz="1000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2288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xmlns="" id="{F64F9B95-9045-48D2-B9F3-2927E98F54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32">
            <a:extLst>
              <a:ext uri="{FF2B5EF4-FFF2-40B4-BE49-F238E27FC236}">
                <a16:creationId xmlns:a16="http://schemas.microsoft.com/office/drawing/2014/main" xmlns="" id="{085AA86F-6A4D-4BCB-A045-D992CDC295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4" name="Rectangle 34">
            <a:extLst>
              <a:ext uri="{FF2B5EF4-FFF2-40B4-BE49-F238E27FC236}">
                <a16:creationId xmlns:a16="http://schemas.microsoft.com/office/drawing/2014/main" xmlns="" id="{5F710FDB-0919-493E-8539-8240C23F1EB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45" name="Straight Connector 36">
            <a:extLst>
              <a:ext uri="{FF2B5EF4-FFF2-40B4-BE49-F238E27FC236}">
                <a16:creationId xmlns:a16="http://schemas.microsoft.com/office/drawing/2014/main" xmlns="" id="{22F20000-FD86-48F6-9363-FEC90C932DC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38">
            <a:extLst>
              <a:ext uri="{FF2B5EF4-FFF2-40B4-BE49-F238E27FC236}">
                <a16:creationId xmlns:a16="http://schemas.microsoft.com/office/drawing/2014/main" xmlns="" id="{872AE332-6ACA-45BE-875F-91A291D4A4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408BEF5F-00BC-5BA7-C0E2-94A5C1FC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marL="571500" indent="-571500">
              <a:buFont typeface="Arial"/>
              <a:buChar char="•"/>
            </a:pPr>
            <a:r>
              <a:rPr lang="en-US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Equipe</a:t>
            </a:r>
            <a:endParaRPr lang="pt-BR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B7243AA-A570-5533-577C-6CF74FAD07D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14600" y="1293477"/>
            <a:ext cx="7696200" cy="4279727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indent="-2286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28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NOSSO </a:t>
            </a:r>
            <a:r>
              <a:rPr lang="en-US" sz="28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TIME É FORMADO POR 4 INTEGRANTES: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085850" lvl="1" indent="-228600"/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RAFAEL BRANCO DE BARROS</a:t>
            </a:r>
          </a:p>
          <a:p>
            <a:pPr marL="1085850" lvl="1" indent="-228600"/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CARLOS RODRIGO </a:t>
            </a:r>
            <a:r>
              <a:rPr lang="en-US" sz="24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PAIM DE OLIVEIRA</a:t>
            </a:r>
            <a:endParaRPr lang="en-US" sz="2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085850" lvl="1" indent="-228600"/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JOHANN MATHEUS XAVIER</a:t>
            </a:r>
          </a:p>
          <a:p>
            <a:pPr marL="1085850" lvl="1" indent="-228600"/>
            <a:r>
              <a:rPr lang="en-US" sz="24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IAN </a:t>
            </a:r>
            <a:r>
              <a:rPr lang="en-US" sz="24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PIRES MIZIARA</a:t>
            </a:r>
            <a:endParaRPr lang="en-US" sz="2400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881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F64F9B95-9045-48D2-B9F3-2927E98F54A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xmlns="" id="{085AA86F-6A4D-4BCB-A045-D992CDC295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xmlns="" id="{43025302-0F6A-E875-E8BA-39D0661E8D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5BF854-655D-2377-4433-2AF88B0D6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7052" y="715219"/>
            <a:ext cx="7128971" cy="5341798"/>
          </a:xfrm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buFont typeface="Arial"/>
              <a:buChar char="•"/>
            </a:pPr>
            <a:r>
              <a:rPr lang="en-US" sz="2800" b="1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O que é?</a:t>
            </a:r>
            <a:r>
              <a:rPr lang="en-US" sz="2300" dirty="0">
                <a:solidFill>
                  <a:schemeClr val="bg1"/>
                </a:solidFill>
              </a:rPr>
              <a:t/>
            </a:r>
            <a:br>
              <a:rPr lang="en-US" sz="2300" dirty="0">
                <a:solidFill>
                  <a:schemeClr val="bg1"/>
                </a:solidFill>
              </a:rPr>
            </a:br>
            <a:r>
              <a:rPr lang="en-US" sz="2300" dirty="0">
                <a:solidFill>
                  <a:schemeClr val="bg1"/>
                </a:solidFill>
              </a:rPr>
              <a:t/>
            </a:r>
            <a:br>
              <a:rPr lang="en-US" sz="2300" dirty="0">
                <a:solidFill>
                  <a:schemeClr val="bg1"/>
                </a:solidFill>
              </a:rPr>
            </a:b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A CRIAÇÃO DE UM WEBSITE QUE CENTRALIZE TODA A INFORMAÇÃO REFERENTE AO ECOTURISMO EM TERESÓPOLIS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O objetivo do </a:t>
            </a:r>
            <a:r>
              <a:rPr lang="en-US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Sistema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é </a:t>
            </a:r>
            <a:r>
              <a:rPr lang="pt-BR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fornecer</a:t>
            </a:r>
            <a:r>
              <a:rPr lang="en-US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informações</a:t>
            </a:r>
            <a:r>
              <a:rPr lang="en-US" sz="2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atualizadas e acessíveis sobre as principais atrações naturais da cidade de Teresópolis, com foco em trilhas, biodiversidade e eventos em áreas protegidas.</a:t>
            </a:r>
            <a:b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Público-Alvo:</a:t>
            </a:r>
            <a:b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Turistas e moradores que buscam informações sobre natureza, trilhas e eventos nos parques naturais da cidade.</a:t>
            </a:r>
            <a:endParaRPr lang="pt-BR" sz="2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</a:pPr>
            <a:endParaRPr lang="en-US" sz="2000" b="1" dirty="0">
              <a:solidFill>
                <a:schemeClr val="bg1"/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387FCC46-E00A-4909-585E-477262D4434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V="1">
            <a:off x="8116023" y="723900"/>
            <a:ext cx="0" cy="541020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98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3458369" y="1439436"/>
            <a:ext cx="4698722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pt-BR" sz="3200" b="1" dirty="0" smtClean="0"/>
              <a:t>SAINDO DO ESTÁTICO</a:t>
            </a:r>
            <a:endParaRPr lang="pt-BR" sz="3200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3048000" y="2020952"/>
            <a:ext cx="5519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/>
              <a:t>Do design bonito para um sistema que funciona.</a:t>
            </a:r>
            <a:endParaRPr lang="pt-BR" b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3048000" y="2867323"/>
            <a:ext cx="61722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chemeClr val="bg1"/>
                </a:solidFill>
              </a:rPr>
              <a:t>•</a:t>
            </a:r>
            <a:r>
              <a:rPr lang="pt-BR" sz="2200" b="1" dirty="0" smtClean="0">
                <a:solidFill>
                  <a:schemeClr val="bg1"/>
                </a:solidFill>
              </a:rPr>
              <a:t> </a:t>
            </a:r>
            <a:r>
              <a:rPr lang="pt-BR" sz="2200" b="1" dirty="0" smtClean="0">
                <a:solidFill>
                  <a:schemeClr val="bg1"/>
                </a:solidFill>
              </a:rPr>
              <a:t>Dados de verdade</a:t>
            </a:r>
          </a:p>
          <a:p>
            <a:endParaRPr lang="pt-BR" sz="2000" b="1" dirty="0">
              <a:solidFill>
                <a:schemeClr val="bg1"/>
              </a:solidFill>
            </a:endParaRPr>
          </a:p>
          <a:p>
            <a:r>
              <a:rPr lang="pt-BR" sz="2000" b="1" dirty="0" smtClean="0">
                <a:solidFill>
                  <a:schemeClr val="bg1"/>
                </a:solidFill>
              </a:rPr>
              <a:t>Antes: Informações presas no código </a:t>
            </a:r>
            <a:r>
              <a:rPr lang="pt-BR" sz="2000" b="1" dirty="0" smtClean="0">
                <a:solidFill>
                  <a:schemeClr val="bg1"/>
                </a:solidFill>
              </a:rPr>
              <a:t>HTML, apenas um Front End.</a:t>
            </a:r>
            <a:endParaRPr lang="pt-BR" sz="2000" b="1" dirty="0" smtClean="0">
              <a:solidFill>
                <a:schemeClr val="bg1"/>
              </a:solidFill>
            </a:endParaRPr>
          </a:p>
          <a:p>
            <a:endParaRPr lang="pt-BR" sz="2000" b="1" dirty="0">
              <a:solidFill>
                <a:schemeClr val="bg1"/>
              </a:solidFill>
            </a:endParaRPr>
          </a:p>
          <a:p>
            <a:r>
              <a:rPr lang="pt-BR" sz="2000" b="1" dirty="0" smtClean="0">
                <a:solidFill>
                  <a:schemeClr val="bg1"/>
                </a:solidFill>
              </a:rPr>
              <a:t>Agora: Um motor que gerencia trilhas, eventos e biodiversidade de forma dinâmica.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3043687" y="5114092"/>
            <a:ext cx="734528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Facilidade para atualizar o portal sem desafios complexos.</a:t>
            </a:r>
          </a:p>
          <a:p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52158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/>
          <p:cNvSpPr txBox="1"/>
          <p:nvPr/>
        </p:nvSpPr>
        <p:spPr>
          <a:xfrm>
            <a:off x="4038600" y="2819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18" name="Imagem 17" descr="Uma imagem contendo Texto&#10;&#10;O conteúdo gerado por IA pode estar incorreto.">
            <a:extLst>
              <a:ext uri="{FF2B5EF4-FFF2-40B4-BE49-F238E27FC236}">
                <a16:creationId xmlns:a16="http://schemas.microsoft.com/office/drawing/2014/main" xmlns="" id="{51F3927E-EE00-A3C3-1DD6-011DC92A3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0725" y="530525"/>
            <a:ext cx="2332606" cy="2165052"/>
          </a:xfrm>
          <a:prstGeom prst="rect">
            <a:avLst/>
          </a:prstGeom>
          <a:effectLst>
            <a:outerShdw blurRad="50800" dist="50800" dir="2700000">
              <a:srgbClr val="000000">
                <a:alpha val="40000"/>
              </a:srgbClr>
            </a:outerShdw>
          </a:effectLst>
        </p:spPr>
      </p:pic>
      <p:pic>
        <p:nvPicPr>
          <p:cNvPr id="19" name="Imagem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530525"/>
            <a:ext cx="5181600" cy="4461413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1432224" y="3065977"/>
            <a:ext cx="2416046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| Organização: MVC</a:t>
            </a:r>
            <a:endParaRPr lang="pt-BR" b="1" dirty="0">
              <a:solidFill>
                <a:schemeClr val="bg1"/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295400" y="3681887"/>
            <a:ext cx="4495800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 smtClean="0">
                <a:solidFill>
                  <a:schemeClr val="bg1"/>
                </a:solidFill>
                <a:latin typeface="Consolas" panose="020B0609020204030204" pitchFamily="49" charset="0"/>
              </a:rPr>
              <a:t>Models: Onde os dados vivem.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 smtClean="0">
                <a:solidFill>
                  <a:schemeClr val="bg1"/>
                </a:solidFill>
                <a:latin typeface="Consolas" panose="020B0609020204030204" pitchFamily="49" charset="0"/>
              </a:rPr>
              <a:t>Controllers: Onde a lógica acontece.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1" dirty="0" smtClean="0">
                <a:solidFill>
                  <a:schemeClr val="bg1"/>
                </a:solidFill>
                <a:latin typeface="Consolas" panose="020B0609020204030204" pitchFamily="49" charset="0"/>
              </a:rPr>
              <a:t>Routers: Os caminhos do sistema.</a:t>
            </a:r>
            <a:endParaRPr lang="pt-BR" sz="1600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26" y="4131995"/>
            <a:ext cx="352548" cy="352548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63" y="3681887"/>
            <a:ext cx="281874" cy="281874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63" y="4677192"/>
            <a:ext cx="287336" cy="28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56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3F9FE95-42FD-9AB0-913D-DFE3A18A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976997"/>
            <a:ext cx="11034713" cy="118822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457200" indent="-457200">
              <a:buFont typeface="Arial"/>
              <a:buChar char="•"/>
            </a:pPr>
            <a:r>
              <a:rPr lang="en-US" cap="none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O que o Admin pode fazer?</a:t>
            </a:r>
            <a:endParaRPr lang="pt-BR" cap="non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420402"/>
            <a:ext cx="4643079" cy="3940834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438400"/>
            <a:ext cx="640419" cy="634946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073346"/>
            <a:ext cx="640419" cy="63494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708292"/>
            <a:ext cx="640419" cy="634946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343238"/>
            <a:ext cx="640419" cy="63494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281574" y="2581439"/>
            <a:ext cx="5205977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Criar: Adicionar novas trilhas com fotos e descrições.</a:t>
            </a:r>
            <a:endParaRPr lang="pt-BR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1281574" y="3221542"/>
            <a:ext cx="5150449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Ler: Listar eventos e biodiversidades em tempo real.</a:t>
            </a:r>
            <a:endParaRPr lang="pt-BR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281574" y="3856488"/>
            <a:ext cx="5120954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Atualizar: Mudar horários ou dificuldades das rotas.</a:t>
            </a:r>
            <a:endParaRPr lang="pt-BR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1281574" y="4491434"/>
            <a:ext cx="5401863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Deletar: Remover itens que não estão mais disponíveis</a:t>
            </a:r>
            <a:endParaRPr lang="pt-BR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19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672860" y="949814"/>
            <a:ext cx="4067139" cy="58477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ADMINISTRAÇÃO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1524000" y="2362200"/>
            <a:ext cx="3021981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</a:rPr>
              <a:t>•</a:t>
            </a:r>
            <a:r>
              <a:rPr lang="pt-BR" sz="2000" b="1" dirty="0" smtClean="0">
                <a:solidFill>
                  <a:schemeClr val="bg1"/>
                </a:solidFill>
              </a:rPr>
              <a:t> </a:t>
            </a:r>
            <a:r>
              <a:rPr lang="pt-BR" sz="2000" b="1" dirty="0" smtClean="0">
                <a:solidFill>
                  <a:schemeClr val="bg1"/>
                </a:solidFill>
              </a:rPr>
              <a:t>Segurança &amp; Controle</a:t>
            </a:r>
            <a:endParaRPr lang="pt-BR" sz="20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675920" y="3211445"/>
            <a:ext cx="5333999" cy="14773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Um sistema de login que protege o Painel Administrativo.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Se não estiver logado o sistema redireciona automaticamente para o login.</a:t>
            </a:r>
          </a:p>
          <a:p>
            <a:r>
              <a:rPr lang="pt-BR" b="1" dirty="0" smtClean="0">
                <a:solidFill>
                  <a:schemeClr val="bg1"/>
                </a:solidFill>
              </a:rPr>
              <a:t>Sem visitantes mexendo onde não é permitido.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789" y="1956665"/>
            <a:ext cx="4869611" cy="398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50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1752600" y="540603"/>
            <a:ext cx="8686800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/>
              <a:t>• FRONTEND – BACKEND – BANCO DE DADOS •</a:t>
            </a:r>
          </a:p>
          <a:p>
            <a:pPr algn="ctr"/>
            <a:r>
              <a:rPr lang="pt-BR" sz="2400" b="1" dirty="0" smtClean="0"/>
              <a:t>TODOS EM SINTONIA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23731" y="2688996"/>
            <a:ext cx="5779093" cy="28623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bg1"/>
                </a:solidFill>
              </a:rPr>
              <a:t>• Transformando </a:t>
            </a:r>
            <a:r>
              <a:rPr lang="pt-BR" b="1" dirty="0">
                <a:solidFill>
                  <a:schemeClr val="bg1"/>
                </a:solidFill>
              </a:rPr>
              <a:t>dados de formulários em registros </a:t>
            </a:r>
            <a:r>
              <a:rPr lang="pt-BR" b="1" dirty="0" smtClean="0">
                <a:solidFill>
                  <a:schemeClr val="bg1"/>
                </a:solidFill>
              </a:rPr>
              <a:t>estratégicos.</a:t>
            </a:r>
          </a:p>
          <a:p>
            <a:pPr algn="ctr"/>
            <a:endParaRPr lang="pt-BR" b="1" dirty="0" smtClean="0">
              <a:solidFill>
                <a:schemeClr val="bg1"/>
              </a:solidFill>
            </a:endParaRPr>
          </a:p>
          <a:p>
            <a:pPr algn="ctr"/>
            <a:r>
              <a:rPr lang="pt-BR" b="1" dirty="0" smtClean="0">
                <a:solidFill>
                  <a:schemeClr val="bg1"/>
                </a:solidFill>
              </a:rPr>
              <a:t>Nosso ecossistema garante </a:t>
            </a:r>
            <a:r>
              <a:rPr lang="pt-BR" b="1" dirty="0">
                <a:solidFill>
                  <a:schemeClr val="bg1"/>
                </a:solidFill>
              </a:rPr>
              <a:t>que cada inscrição </a:t>
            </a:r>
            <a:r>
              <a:rPr lang="pt-BR" b="1" dirty="0" smtClean="0">
                <a:solidFill>
                  <a:schemeClr val="bg1"/>
                </a:solidFill>
              </a:rPr>
              <a:t>seja </a:t>
            </a:r>
            <a:r>
              <a:rPr lang="pt-BR" b="1" dirty="0">
                <a:solidFill>
                  <a:schemeClr val="bg1"/>
                </a:solidFill>
              </a:rPr>
              <a:t>processada com segurança e persistência, unindo uma interface amigável a um backend </a:t>
            </a:r>
            <a:r>
              <a:rPr lang="pt-BR" b="1" dirty="0" smtClean="0">
                <a:solidFill>
                  <a:schemeClr val="bg1"/>
                </a:solidFill>
              </a:rPr>
              <a:t>robusto </a:t>
            </a:r>
            <a:r>
              <a:rPr lang="pt-BR" b="1" dirty="0">
                <a:solidFill>
                  <a:schemeClr val="bg1"/>
                </a:solidFill>
              </a:rPr>
              <a:t>em Node.js, focado em performance e </a:t>
            </a:r>
            <a:r>
              <a:rPr lang="pt-BR" b="1" dirty="0" smtClean="0">
                <a:solidFill>
                  <a:schemeClr val="bg1"/>
                </a:solidFill>
              </a:rPr>
              <a:t>agilidade.</a:t>
            </a:r>
          </a:p>
          <a:p>
            <a:pPr algn="ctr"/>
            <a:r>
              <a:rPr lang="pt-BR" b="1" dirty="0" smtClean="0">
                <a:solidFill>
                  <a:schemeClr val="bg1"/>
                </a:solidFill>
              </a:rPr>
              <a:t>Com </a:t>
            </a:r>
            <a:r>
              <a:rPr lang="pt-BR" b="1" dirty="0">
                <a:solidFill>
                  <a:schemeClr val="bg1"/>
                </a:solidFill>
              </a:rPr>
              <a:t>estrutura pronta para migração imediata de JSON para bancos NoSQL ou Relacionais.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824" y="2133600"/>
            <a:ext cx="6084376" cy="39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19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685800" y="304800"/>
            <a:ext cx="5241563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b="1" dirty="0" smtClean="0"/>
              <a:t>PRÓXIMOS</a:t>
            </a:r>
            <a:r>
              <a:rPr lang="pt-BR" sz="3600" b="1" dirty="0" smtClean="0">
                <a:solidFill>
                  <a:schemeClr val="bg1"/>
                </a:solidFill>
              </a:rPr>
              <a:t> </a:t>
            </a:r>
            <a:r>
              <a:rPr lang="pt-BR" sz="3600" b="1" dirty="0" smtClean="0"/>
              <a:t>PASSOS</a:t>
            </a:r>
            <a:endParaRPr lang="pt-BR" sz="3600" b="1" dirty="0"/>
          </a:p>
        </p:txBody>
      </p:sp>
      <p:sp>
        <p:nvSpPr>
          <p:cNvPr id="5" name="CaixaDeTexto 4"/>
          <p:cNvSpPr txBox="1"/>
          <p:nvPr/>
        </p:nvSpPr>
        <p:spPr>
          <a:xfrm>
            <a:off x="3029787" y="1600200"/>
            <a:ext cx="6341288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pt-BR" sz="2400" b="1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</a:rPr>
              <a:t>O CAMINHO DA NATUREZA PARA TODOS</a:t>
            </a:r>
            <a:endParaRPr lang="pt-BR" sz="2400" b="1" dirty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286265" y="2971800"/>
            <a:ext cx="9970999" cy="16312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Ampliar o sistema com mais opções de eventos, cadastros e funcionalidades</a:t>
            </a:r>
            <a:r>
              <a:rPr lang="pt-BR" sz="2000" b="1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pt-BR" sz="2000" b="1" dirty="0" smtClean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Busca por parcerias com órgãos de turismo e empresas locais</a:t>
            </a:r>
            <a:r>
              <a:rPr lang="pt-BR" sz="2000" b="1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b="1" dirty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b="1" dirty="0" smtClean="0"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Elevar o nível e ter uma versão MOBILE totalmente funcional.</a:t>
            </a:r>
            <a:endParaRPr lang="pt-BR" sz="2000" b="1" dirty="0"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793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/>
        </p:nvSpPr>
        <p:spPr>
          <a:xfrm>
            <a:off x="3227672" y="762000"/>
            <a:ext cx="5736657" cy="83099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t">
            <a:spAutoFit/>
          </a:bodyPr>
          <a:lstStyle/>
          <a:p>
            <a:pPr marL="685800" indent="-685800" algn="ctr">
              <a:buFont typeface="Arial" panose="020B0604020202020204" pitchFamily="34" charset="0"/>
              <a:buChar char="•"/>
            </a:pPr>
            <a:r>
              <a:rPr lang="pt-BR" sz="4800" b="1" dirty="0" smtClean="0">
                <a:solidFill>
                  <a:schemeClr val="bg1"/>
                </a:solidFill>
              </a:rPr>
              <a:t>OBRIGADO</a:t>
            </a:r>
            <a:r>
              <a:rPr lang="pt-BR" sz="4800" b="1" dirty="0" smtClean="0">
                <a:solidFill>
                  <a:schemeClr val="bg1"/>
                </a:solidFill>
              </a:rPr>
              <a:t>!	•</a:t>
            </a:r>
            <a:endParaRPr lang="pt-BR" sz="4800" b="1" dirty="0">
              <a:solidFill>
                <a:schemeClr val="bg1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2247900" y="4495800"/>
            <a:ext cx="7696200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114300" algn="just"/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RAFAEL BRANCO DE </a:t>
            </a:r>
            <a:r>
              <a:rPr lang="en-US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BARROS	| rafaelb87@gmail.com</a:t>
            </a:r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14300" algn="just"/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CARLOS RODRIGO PAIM DE </a:t>
            </a:r>
            <a:r>
              <a:rPr lang="en-US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OLIVEIRA	| rodrigocrf.oliveira@gmail.com</a:t>
            </a:r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14300" algn="just"/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JOHANN MATHEUS </a:t>
            </a:r>
            <a:r>
              <a:rPr lang="en-US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XAVIER		| johanndetere@gmail.com</a:t>
            </a:r>
            <a:endParaRPr lang="en-US" b="1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114300" algn="just"/>
            <a:r>
              <a:rPr lang="en-US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IAN PIRES </a:t>
            </a:r>
            <a:r>
              <a:rPr lang="en-US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MIZIARA		| ianpiresmiziara@gmail.com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971800" y="60960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</a:rPr>
              <a:t>GitHub - </a:t>
            </a:r>
            <a:r>
              <a:rPr lang="pt-BR" b="1" dirty="0">
                <a:solidFill>
                  <a:schemeClr val="bg1"/>
                </a:solidFill>
              </a:rPr>
              <a:t>https://github.com/c0i0te/circuito_tere_verde_backend</a:t>
            </a:r>
            <a:endParaRPr lang="pt-BR" b="1" dirty="0">
              <a:solidFill>
                <a:schemeClr val="bg1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6053503"/>
            <a:ext cx="411829" cy="411829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188595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9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657736A-C21D-40FD-9C3B-2A541E56B2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DEC8C5-155D-4CD7-98CB-88A657420A1C}">
  <ds:schemaRefs>
    <ds:schemaRef ds:uri="16c05727-aa75-4e4a-9b5f-8a80a1165891"/>
    <ds:schemaRef ds:uri="230e9df3-be65-4c73-a93b-d1236ebd677e"/>
    <ds:schemaRef ds:uri="http://www.w3.org/XML/1998/namespace"/>
    <ds:schemaRef ds:uri="71af3243-3dd4-4a8d-8c0d-dd76da1f02a5"/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995FE3D2-AB53-4F3D-8791-B4AA764B47F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TM02900771[[fn=Fatia]]</Template>
  <TotalTime>828</TotalTime>
  <Words>320</Words>
  <Application>Microsoft Office PowerPoint</Application>
  <PresentationFormat>Widescreen</PresentationFormat>
  <Paragraphs>62</Paragraphs>
  <Slides>10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Calisto MT</vt:lpstr>
      <vt:lpstr>Consolas</vt:lpstr>
      <vt:lpstr>Univers Condensed</vt:lpstr>
      <vt:lpstr>ChronicleVTI</vt:lpstr>
      <vt:lpstr>Apresentação do PowerPoint</vt:lpstr>
      <vt:lpstr>Equipe</vt:lpstr>
      <vt:lpstr>O que é?  A CRIAÇÃO DE UM WEBSITE QUE CENTRALIZE TODA A INFORMAÇÃO REFERENTE AO ECOTURISMO EM TERESÓPOLIS  O objetivo do Sistema é fornecer informações atualizadas e acessíveis sobre as principais atrações naturais da cidade de Teresópolis, com foco em trilhas, biodiversidade e eventos em áreas protegidas.  Público-Alvo: Turistas e moradores que buscam informações sobre natureza, trilhas e eventos nos parques naturais da cidade. </vt:lpstr>
      <vt:lpstr>Apresentação do PowerPoint</vt:lpstr>
      <vt:lpstr>Apresentação do PowerPoint</vt:lpstr>
      <vt:lpstr>O que o Admin pode fazer?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Terê verde online</dc:title>
  <dc:creator>Rafael</dc:creator>
  <cp:lastModifiedBy>Conta da Microsoft</cp:lastModifiedBy>
  <cp:revision>536</cp:revision>
  <dcterms:created xsi:type="dcterms:W3CDTF">2025-06-19T18:37:51Z</dcterms:created>
  <dcterms:modified xsi:type="dcterms:W3CDTF">2026-06-17T02:56:00Z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